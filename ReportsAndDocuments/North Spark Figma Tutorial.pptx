
<file path=[Content_Types].xml><?xml version="1.0" encoding="utf-8"?>
<Types xmlns="http://schemas.openxmlformats.org/package/2006/content-types">
  <Default Extension="png" ContentType="image/png"/>
  <Default Extension="rels" ContentType="application/vnd.openxmlformats-package.relationships+xml"/>
  <Default Extension="svg" ContentType="image/svg+xml"/>
  <Default Extension="xml" ContentType="application/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slides/slide1.xml" ContentType="application/vnd.openxmlformats-officedocument.presentationml.slide+xml"/>
  <Override PartName="/ppt/slides/slide2.xml" ContentType="application/vnd.openxmlformats-officedocument.presentationml.slide+xml"/>
  <Override PartName="/ppt/slides/slide3.xml" ContentType="application/vnd.openxmlformats-officedocument.presentationml.slide+xml"/>
  <Override PartName="/ppt/slides/slide4.xml" ContentType="application/vnd.openxmlformats-officedocument.presentationml.slide+xml"/>
  <Override PartName="/ppt/slides/slide5.xml" ContentType="application/vnd.openxmlformats-officedocument.presentationml.slide+xml"/>
  <Override PartName="/ppt/slides/slide6.xml" ContentType="application/vnd.openxmlformats-officedocument.presentationml.slide+xml"/>
  <Override PartName="/ppt/slides/slide7.xml" ContentType="application/vnd.openxmlformats-officedocument.presentationml.slide+xml"/>
  <Override PartName="/ppt/slides/slide8.xml" ContentType="application/vnd.openxmlformats-officedocument.presentationml.slide+xml"/>
  <Override PartName="/ppt/slides/slide9.xml" ContentType="application/vnd.openxmlformats-officedocument.presentationml.slide+xml"/>
  <Override PartName="/ppt/slides/slide10.xml" ContentType="application/vnd.openxmlformats-officedocument.presentationml.slide+xml"/>
  <Override PartName="/ppt/slides/slide11.xml" ContentType="application/vnd.openxmlformats-officedocument.presentationml.slide+xml"/>
  <Override PartName="/ppt/slides/slide12.xml" ContentType="application/vnd.openxmlformats-officedocument.presentationml.slide+xml"/>
  <Override PartName="/ppt/slides/slide13.xml" ContentType="application/vnd.openxmlformats-officedocument.presentationml.slide+xml"/>
  <Override PartName="/ppt/slides/slide14.xml" ContentType="application/vnd.openxmlformats-officedocument.presentationml.slide+xml"/>
  <Override PartName="/ppt/slides/slide15.xml" ContentType="application/vnd.openxmlformats-officedocument.presentationml.slide+xml"/>
  <Override PartName="/ppt/slides/slide16.xml" ContentType="application/vnd.openxmlformats-officedocument.presentationml.slide+xml"/>
  <Override PartName="/ppt/slides/slide17.xml" ContentType="application/vnd.openxmlformats-officedocument.presentationml.slide+xml"/>
  <Override PartName="/ppt/slides/slide18.xml" ContentType="application/vnd.openxmlformats-officedocument.presentationml.slide+xml"/>
  <Override PartName="/ppt/notesMasters/notesMaster1.xml" ContentType="application/vnd.openxmlformats-officedocument.presentationml.notesMaster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heme/theme1.xml" ContentType="application/vnd.openxmlformats-officedocument.theme+xml"/>
  <Override PartName="/ppt/tableStyles.xml" ContentType="application/vnd.openxmlformats-officedocument.presentationml.tableStyles+xml"/>
  <Override PartName="/ppt/slideLayouts/slideLayout1.xml" ContentType="application/vnd.openxmlformats-officedocument.presentationml.slideLayout+xml"/>
  <Override PartName="/ppt/theme/theme2.xml" ContentType="application/vnd.openxmlformats-officedocument.theme+xml"/>
  <Override PartName="/ppt/notesSlides/notesSlide1.xml" ContentType="application/vnd.openxmlformats-officedocument.presentationml.notesSlide+xml"/>
  <Override PartName="/ppt/notesSlides/notesSlide2.xml" ContentType="application/vnd.openxmlformats-officedocument.presentationml.notesSlide+xml"/>
  <Override PartName="/ppt/notesSlides/notesSlide3.xml" ContentType="application/vnd.openxmlformats-officedocument.presentationml.notesSlide+xml"/>
  <Override PartName="/ppt/notesSlides/notesSlide4.xml" ContentType="application/vnd.openxmlformats-officedocument.presentationml.notesSlide+xml"/>
  <Override PartName="/ppt/notesSlides/notesSlide5.xml" ContentType="application/vnd.openxmlformats-officedocument.presentationml.notesSlide+xml"/>
  <Override PartName="/ppt/notesSlides/notesSlide6.xml" ContentType="application/vnd.openxmlformats-officedocument.presentationml.notesSlide+xml"/>
  <Override PartName="/ppt/notesSlides/notesSlide7.xml" ContentType="application/vnd.openxmlformats-officedocument.presentationml.notesSlide+xml"/>
  <Override PartName="/ppt/notesSlides/notesSlide8.xml" ContentType="application/vnd.openxmlformats-officedocument.presentationml.notesSlide+xml"/>
  <Override PartName="/ppt/notesSlides/notesSlide9.xml" ContentType="application/vnd.openxmlformats-officedocument.presentationml.notesSlide+xml"/>
  <Override PartName="/ppt/notesSlides/notesSlide10.xml" ContentType="application/vnd.openxmlformats-officedocument.presentationml.notesSlide+xml"/>
  <Override PartName="/ppt/notesSlides/notesSlide11.xml" ContentType="application/vnd.openxmlformats-officedocument.presentationml.notesSlide+xml"/>
  <Override PartName="/ppt/diagrams/data1.xml" ContentType="application/vnd.openxmlformats-officedocument.drawingml.diagramData+xml"/>
  <Override PartName="/ppt/diagrams/layout1.xml" ContentType="application/vnd.openxmlformats-officedocument.drawingml.diagramLayout+xml"/>
  <Override PartName="/ppt/diagrams/quickStyle1.xml" ContentType="application/vnd.openxmlformats-officedocument.drawingml.diagramStyle+xml"/>
  <Override PartName="/ppt/diagrams/colors1.xml" ContentType="application/vnd.openxmlformats-officedocument.drawingml.diagramColors+xml"/>
  <Override PartName="/ppt/diagrams/drawing1.xml" ContentType="application/vnd.ms-office.drawingml.diagramDrawing+xml"/>
  <Override PartName="/ppt/notesSlides/notesSlide12.xml" ContentType="application/vnd.openxmlformats-officedocument.presentationml.notesSlide+xml"/>
  <Override PartName="/ppt/notesSlides/notesSlide13.xml" ContentType="application/vnd.openxmlformats-officedocument.presentationml.notesSlide+xml"/>
  <Override PartName="/ppt/notesSlides/notesSlide14.xml" ContentType="application/vnd.openxmlformats-officedocument.presentationml.notesSlide+xml"/>
  <Override PartName="/ppt/notesSlides/notesSlide15.xml" ContentType="application/vnd.openxmlformats-officedocument.presentationml.notesSlide+xml"/>
  <Override PartName="/ppt/notesSlides/notesSlide16.xml" ContentType="application/vnd.openxmlformats-officedocument.presentationml.notesSlide+xml"/>
  <Override PartName="/ppt/changesInfos/changesInfo1.xml" ContentType="application/vnd.ms-powerpoint.changesinfo+xml"/>
  <Override PartName="/ppt/revisionInfo.xml" ContentType="application/vnd.ms-powerpoint.revisioninfo+xml"/>
  <Override PartName="/docProps/core.xml" ContentType="application/vnd.openxmlformats-package.core-properties+xml"/>
  <Override PartName="/docProps/app.xml" ContentType="application/vnd.openxmlformats-officedocument.extended-properties+xml"/>
</Types>
</file>

<file path=_rels/.rels><?xml version="1.0" encoding="UTF-8" standalone="yes"?>
<Relationships xmlns="http://schemas.openxmlformats.org/package/2006/relationships"><Relationship Id="rId3" Type="http://schemas.openxmlformats.org/officeDocument/2006/relationships/extended-properties" Target="docProps/app.xml"/><Relationship Id="rId2" Type="http://schemas.openxmlformats.org/package/2006/relationships/metadata/core-properties" Target="docProps/core.xml"/><Relationship Id="rId1" Type="http://schemas.openxmlformats.org/officeDocument/2006/relationships/officeDocument" Target="ppt/presentation.xml"/></Relationships>
</file>

<file path=ppt/presentation.xml><?xml version="1.0" encoding="utf-8"?>
<p:presentation xmlns:a="http://schemas.openxmlformats.org/drawingml/2006/main" xmlns:r="http://schemas.openxmlformats.org/officeDocument/2006/relationships" xmlns:p="http://schemas.openxmlformats.org/presentationml/2006/main" saveSubsetFonts="1" autoCompressPictures="0">
  <p:sldMasterIdLst>
    <p:sldMasterId id="2147483648" r:id="rId1"/>
  </p:sldMasterIdLst>
  <p:notesMasterIdLst>
    <p:notesMasterId r:id="rId20"/>
  </p:notesMasterIdLst>
  <p:sldIdLst>
    <p:sldId id="282" r:id="rId2"/>
    <p:sldId id="256" r:id="rId3"/>
    <p:sldId id="257" r:id="rId4"/>
    <p:sldId id="279" r:id="rId5"/>
    <p:sldId id="284" r:id="rId6"/>
    <p:sldId id="283" r:id="rId7"/>
    <p:sldId id="285" r:id="rId8"/>
    <p:sldId id="261" r:id="rId9"/>
    <p:sldId id="262" r:id="rId10"/>
    <p:sldId id="263" r:id="rId11"/>
    <p:sldId id="286" r:id="rId12"/>
    <p:sldId id="287" r:id="rId13"/>
    <p:sldId id="266" r:id="rId14"/>
    <p:sldId id="288" r:id="rId15"/>
    <p:sldId id="289" r:id="rId16"/>
    <p:sldId id="259" r:id="rId17"/>
    <p:sldId id="278" r:id="rId18"/>
    <p:sldId id="281" r:id="rId19"/>
  </p:sldIdLst>
  <p:sldSz cx="9144000" cy="5143500" type="screen16x9"/>
  <p:notesSz cx="5143500" cy="9144000"/>
  <p:defaultTextStyle>
    <a:lvl1pPr marL="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  <p:extLst>
    <p:ext uri="{EFAFB233-063F-42B5-8137-9DF3F51BA10A}">
      <p15:sldGuideLst xmlns:p15="http://schemas.microsoft.com/office/powerpoint/2012/main"/>
    </p:ext>
  </p:extLst>
</p:presentation>
</file>

<file path=ppt/presProps.xml><?xml version="1.0" encoding="utf-8"?>
<p:presentationPr xmlns:a="http://schemas.openxmlformats.org/drawingml/2006/main" xmlns:r="http://schemas.openxmlformats.org/officeDocument/2006/relationships" xmlns:p="http://schemas.openxmlformats.org/presentationml/2006/main">
  <p:extLst>
    <p:ext uri="{E76CE94A-603C-4142-B9EB-6D1370010A27}">
      <p14:discardImageEditData xmlns:p14="http://schemas.microsoft.com/office/powerpoint/2010/main" val="0"/>
    </p:ext>
    <p:ext uri="{D31A062A-798A-4329-ABDD-BBA856620510}">
      <p14:defaultImageDpi xmlns:p14="http://schemas.microsoft.com/office/powerpoint/2010/main" val="220"/>
    </p:ext>
    <p:ext uri="{FD5EFAAD-0ECE-453E-9831-46B23BE46B34}">
      <p15:chartTrackingRefBased xmlns:p15="http://schemas.microsoft.com/office/powerpoint/2012/main" val="0"/>
    </p:ext>
  </p:extLst>
</p:presentationPr>
</file>

<file path=ppt/revisionInfo.xml><?xml version="1.0" encoding="utf-8"?>
<p1510:revInfo xmlns:a="http://schemas.openxmlformats.org/drawingml/2006/main" xmlns:r="http://schemas.openxmlformats.org/officeDocument/2006/relationships" xmlns:p1510="http://schemas.microsoft.com/office/powerpoint/2015/10/main">
  <p1510:revLst>
    <p1510:client id="{D55FE34A-C497-451C-BBCB-109E8DED96E9}" v="56" dt="2026-02-17T03:37:38.043"/>
  </p1510:revLst>
</p1510:revInfo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a="http://schemas.openxmlformats.org/drawingml/2006/main" xmlns:r="http://schemas.openxmlformats.org/officeDocument/2006/relationships" xmlns:p="http://schemas.openxmlformats.org/presentationml/2006/main">
  <p:normalViewPr horzBarState="maximized">
    <p:restoredLeft sz="15611"/>
    <p:restoredTop sz="94610"/>
  </p:normalViewPr>
  <p:slideViewPr>
    <p:cSldViewPr snapToGrid="0" snapToObjects="1">
      <p:cViewPr varScale="1">
        <p:scale>
          <a:sx n="147" d="100"/>
          <a:sy n="147" d="100"/>
        </p:scale>
        <p:origin x="564" y="126"/>
      </p:cViewPr>
      <p:guideLst/>
    </p:cSldViewPr>
  </p:slideViewPr>
  <p:notesTextViewPr>
    <p:cViewPr>
      <p:scale>
        <a:sx n="1" d="1"/>
        <a:sy n="1" d="1"/>
      </p:scale>
      <p:origin x="0" y="0"/>
    </p:cViewPr>
  </p:notesTextViewPr>
  <p:gridSpacing cx="76200" cy="76200"/>
</p:viewPr>
</file>

<file path=ppt/_rels/presentation.xml.rels><?xml version="1.0" encoding="UTF-8" standalone="yes"?>
<Relationships xmlns="http://schemas.openxmlformats.org/package/2006/relationships"><Relationship Id="rId8" Type="http://schemas.openxmlformats.org/officeDocument/2006/relationships/slide" Target="slides/slide7.xml"/><Relationship Id="rId13" Type="http://schemas.openxmlformats.org/officeDocument/2006/relationships/slide" Target="slides/slide12.xml"/><Relationship Id="rId18" Type="http://schemas.openxmlformats.org/officeDocument/2006/relationships/slide" Target="slides/slide17.xml"/><Relationship Id="rId26" Type="http://schemas.microsoft.com/office/2015/10/relationships/revisionInfo" Target="revisionInfo.xml"/><Relationship Id="rId3" Type="http://schemas.openxmlformats.org/officeDocument/2006/relationships/slide" Target="slides/slide2.xml"/><Relationship Id="rId21" Type="http://schemas.openxmlformats.org/officeDocument/2006/relationships/presProps" Target="presProps.xml"/><Relationship Id="rId7" Type="http://schemas.openxmlformats.org/officeDocument/2006/relationships/slide" Target="slides/slide6.xml"/><Relationship Id="rId12" Type="http://schemas.openxmlformats.org/officeDocument/2006/relationships/slide" Target="slides/slide11.xml"/><Relationship Id="rId17" Type="http://schemas.openxmlformats.org/officeDocument/2006/relationships/slide" Target="slides/slide16.xml"/><Relationship Id="rId25" Type="http://schemas.microsoft.com/office/2016/11/relationships/changesInfo" Target="changesInfos/changesInfo1.xml"/><Relationship Id="rId2" Type="http://schemas.openxmlformats.org/officeDocument/2006/relationships/slide" Target="slides/slide1.xml"/><Relationship Id="rId16" Type="http://schemas.openxmlformats.org/officeDocument/2006/relationships/slide" Target="slides/slide15.xml"/><Relationship Id="rId20" Type="http://schemas.openxmlformats.org/officeDocument/2006/relationships/notesMaster" Target="notesMasters/notesMaster1.xml"/><Relationship Id="rId1" Type="http://schemas.openxmlformats.org/officeDocument/2006/relationships/slideMaster" Target="slideMasters/slideMaster1.xml"/><Relationship Id="rId6" Type="http://schemas.openxmlformats.org/officeDocument/2006/relationships/slide" Target="slides/slide5.xml"/><Relationship Id="rId11" Type="http://schemas.openxmlformats.org/officeDocument/2006/relationships/slide" Target="slides/slide10.xml"/><Relationship Id="rId24" Type="http://schemas.openxmlformats.org/officeDocument/2006/relationships/tableStyles" Target="tableStyles.xml"/><Relationship Id="rId5" Type="http://schemas.openxmlformats.org/officeDocument/2006/relationships/slide" Target="slides/slide4.xml"/><Relationship Id="rId15" Type="http://schemas.openxmlformats.org/officeDocument/2006/relationships/slide" Target="slides/slide14.xml"/><Relationship Id="rId23" Type="http://schemas.openxmlformats.org/officeDocument/2006/relationships/theme" Target="theme/theme1.xml"/><Relationship Id="rId10" Type="http://schemas.openxmlformats.org/officeDocument/2006/relationships/slide" Target="slides/slide9.xml"/><Relationship Id="rId19" Type="http://schemas.openxmlformats.org/officeDocument/2006/relationships/slide" Target="slides/slide18.xml"/><Relationship Id="rId4" Type="http://schemas.openxmlformats.org/officeDocument/2006/relationships/slide" Target="slides/slide3.xml"/><Relationship Id="rId9" Type="http://schemas.openxmlformats.org/officeDocument/2006/relationships/slide" Target="slides/slide8.xml"/><Relationship Id="rId14" Type="http://schemas.openxmlformats.org/officeDocument/2006/relationships/slide" Target="slides/slide13.xml"/><Relationship Id="rId22" Type="http://schemas.openxmlformats.org/officeDocument/2006/relationships/viewProps" Target="viewProps.xml"/></Relationships>
</file>

<file path=ppt/changesInfos/changesInfo1.xml><?xml version="1.0" encoding="utf-8"?>
<pc:chgInfo xmlns:a="http://schemas.openxmlformats.org/drawingml/2006/main" xmlns:r="http://schemas.openxmlformats.org/officeDocument/2006/relationships" xmlns:ac="http://schemas.microsoft.com/office/drawing/2013/main/command" xmlns:pc="http://schemas.microsoft.com/office/powerpoint/2013/main/command">
  <pc:docChgLst>
    <pc:chgData name="Adriatico, Dundee B." userId="a207e8a9-124e-439f-89fd-9ad351d7d04c" providerId="ADAL" clId="{1782D908-4124-408E-8E70-BD4D334214AB}"/>
    <pc:docChg chg="undo custSel addSld delSld modSld sldOrd">
      <pc:chgData name="Adriatico, Dundee B." userId="a207e8a9-124e-439f-89fd-9ad351d7d04c" providerId="ADAL" clId="{1782D908-4124-408E-8E70-BD4D334214AB}" dt="2026-02-17T03:38:23.312" v="614" actId="207"/>
      <pc:docMkLst>
        <pc:docMk/>
      </pc:docMkLst>
      <pc:sldChg chg="addSp delSp modSp mod setBg">
        <pc:chgData name="Adriatico, Dundee B." userId="a207e8a9-124e-439f-89fd-9ad351d7d04c" providerId="ADAL" clId="{1782D908-4124-408E-8E70-BD4D334214AB}" dt="2026-02-15T17:12:53.082" v="147" actId="14100"/>
        <pc:sldMkLst>
          <pc:docMk/>
          <pc:sldMk cId="0" sldId="256"/>
        </pc:sldMkLst>
        <pc:spChg chg="mod">
          <ac:chgData name="Adriatico, Dundee B." userId="a207e8a9-124e-439f-89fd-9ad351d7d04c" providerId="ADAL" clId="{1782D908-4124-408E-8E70-BD4D334214AB}" dt="2026-02-15T15:35:01.837" v="15" actId="121"/>
          <ac:spMkLst>
            <pc:docMk/>
            <pc:sldMk cId="0" sldId="256"/>
            <ac:spMk id="3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5T15:35:33.165" v="55" actId="20577"/>
          <ac:spMkLst>
            <pc:docMk/>
            <pc:sldMk cId="0" sldId="256"/>
            <ac:spMk id="4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5T15:35:40.942" v="56" actId="1076"/>
          <ac:spMkLst>
            <pc:docMk/>
            <pc:sldMk cId="0" sldId="256"/>
            <ac:spMk id="5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15T15:34:42.409" v="10" actId="26606"/>
          <ac:spMkLst>
            <pc:docMk/>
            <pc:sldMk cId="0" sldId="256"/>
            <ac:spMk id="23" creationId="{D1A671DE-D529-4A2A-A35D-E97400239504}"/>
          </ac:spMkLst>
        </pc:spChg>
        <pc:spChg chg="add">
          <ac:chgData name="Adriatico, Dundee B." userId="a207e8a9-124e-439f-89fd-9ad351d7d04c" providerId="ADAL" clId="{1782D908-4124-408E-8E70-BD4D334214AB}" dt="2026-02-15T15:34:42.409" v="10" actId="26606"/>
          <ac:spMkLst>
            <pc:docMk/>
            <pc:sldMk cId="0" sldId="256"/>
            <ac:spMk id="25" creationId="{755E9CD0-04B0-4A3C-B291-AD913379C713}"/>
          </ac:spMkLst>
        </pc:spChg>
        <pc:spChg chg="add">
          <ac:chgData name="Adriatico, Dundee B." userId="a207e8a9-124e-439f-89fd-9ad351d7d04c" providerId="ADAL" clId="{1782D908-4124-408E-8E70-BD4D334214AB}" dt="2026-02-15T15:34:42.409" v="10" actId="26606"/>
          <ac:spMkLst>
            <pc:docMk/>
            <pc:sldMk cId="0" sldId="256"/>
            <ac:spMk id="29" creationId="{80BC66F9-7A74-4286-AD22-1174052CC22C}"/>
          </ac:spMkLst>
        </pc:spChg>
        <pc:spChg chg="add">
          <ac:chgData name="Adriatico, Dundee B." userId="a207e8a9-124e-439f-89fd-9ad351d7d04c" providerId="ADAL" clId="{1782D908-4124-408E-8E70-BD4D334214AB}" dt="2026-02-15T15:34:42.409" v="10" actId="26606"/>
          <ac:spMkLst>
            <pc:docMk/>
            <pc:sldMk cId="0" sldId="256"/>
            <ac:spMk id="31" creationId="{D8142CC3-2B5C-48E6-9DF0-6C8ACBAF23EF}"/>
          </ac:spMkLst>
        </pc:spChg>
        <pc:spChg chg="add">
          <ac:chgData name="Adriatico, Dundee B." userId="a207e8a9-124e-439f-89fd-9ad351d7d04c" providerId="ADAL" clId="{1782D908-4124-408E-8E70-BD4D334214AB}" dt="2026-02-15T15:34:42.409" v="10" actId="26606"/>
          <ac:spMkLst>
            <pc:docMk/>
            <pc:sldMk cId="0" sldId="256"/>
            <ac:spMk id="39" creationId="{EFE5CE34-4543-42E5-B82C-1F3D12422CDD}"/>
          </ac:spMkLst>
        </pc:spChg>
        <pc:picChg chg="add mod">
          <ac:chgData name="Adriatico, Dundee B." userId="a207e8a9-124e-439f-89fd-9ad351d7d04c" providerId="ADAL" clId="{1782D908-4124-408E-8E70-BD4D334214AB}" dt="2026-02-15T17:12:53.082" v="147" actId="14100"/>
          <ac:picMkLst>
            <pc:docMk/>
            <pc:sldMk cId="0" sldId="256"/>
            <ac:picMk id="6" creationId="{D05CD858-1A44-10B9-39AC-B4FCC94D2C6D}"/>
          </ac:picMkLst>
        </pc:picChg>
      </pc:sldChg>
      <pc:sldChg chg="addSp modSp mod setBg">
        <pc:chgData name="Adriatico, Dundee B." userId="a207e8a9-124e-439f-89fd-9ad351d7d04c" providerId="ADAL" clId="{1782D908-4124-408E-8E70-BD4D334214AB}" dt="2026-02-15T15:36:40" v="58" actId="14100"/>
        <pc:sldMkLst>
          <pc:docMk/>
          <pc:sldMk cId="0" sldId="257"/>
        </pc:sldMkLst>
        <pc:spChg chg="mo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5T15:36:40" v="58" actId="14100"/>
          <ac:spMkLst>
            <pc:docMk/>
            <pc:sldMk cId="0" sldId="257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8" creationId="{1709F1D5-B0F1-4714-A239-E5B61C161915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10" creationId="{228FB460-D3FF-4440-A020-05982A09E517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12" creationId="{14847E93-7DC1-4D4B-8829-B19AA7137C50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14" creationId="{5566D6E1-03A1-4D73-A4E0-35D74D568A04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16" creationId="{9F835A99-04AC-494A-A572-AFE8413CC938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18" creationId="{7B786209-1B0B-4CA9-9BDD-F7327066A84D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20" creationId="{2D2964BB-484D-45AE-AD66-D407D0629652}"/>
          </ac:spMkLst>
        </pc:spChg>
        <pc:spChg chg="add">
          <ac:chgData name="Adriatico, Dundee B." userId="a207e8a9-124e-439f-89fd-9ad351d7d04c" providerId="ADAL" clId="{1782D908-4124-408E-8E70-BD4D334214AB}" dt="2026-02-15T15:36:35.086" v="57" actId="26606"/>
          <ac:spMkLst>
            <pc:docMk/>
            <pc:sldMk cId="0" sldId="257"/>
            <ac:spMk id="22" creationId="{6691AC69-A76E-4DAB-B565-468B6B87ACF3}"/>
          </ac:spMkLst>
        </pc:spChg>
      </pc:sldChg>
      <pc:sldChg chg="addSp modSp add del mod setBg">
        <pc:chgData name="Adriatico, Dundee B." userId="a207e8a9-124e-439f-89fd-9ad351d7d04c" providerId="ADAL" clId="{1782D908-4124-408E-8E70-BD4D334214AB}" dt="2026-02-17T03:38:23.312" v="614" actId="207"/>
        <pc:sldMkLst>
          <pc:docMk/>
          <pc:sldMk cId="0" sldId="259"/>
        </pc:sldMkLst>
        <pc:spChg chg="mod">
          <ac:chgData name="Adriatico, Dundee B." userId="a207e8a9-124e-439f-89fd-9ad351d7d04c" providerId="ADAL" clId="{1782D908-4124-408E-8E70-BD4D334214AB}" dt="2026-02-17T03:37:07.740" v="595" actId="1076"/>
          <ac:spMkLst>
            <pc:docMk/>
            <pc:sldMk cId="0" sldId="259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7T03:37:13.221" v="597" actId="400"/>
          <ac:spMkLst>
            <pc:docMk/>
            <pc:sldMk cId="0" sldId="259"/>
            <ac:spMk id="3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7T03:37:29.173" v="603" actId="1076"/>
          <ac:spMkLst>
            <pc:docMk/>
            <pc:sldMk cId="0" sldId="259"/>
            <ac:spMk id="4" creationId="{00000000-0000-0000-0000-000000000000}"/>
          </ac:spMkLst>
        </pc:spChg>
        <pc:spChg chg="add mod">
          <ac:chgData name="Adriatico, Dundee B." userId="a207e8a9-124e-439f-89fd-9ad351d7d04c" providerId="ADAL" clId="{1782D908-4124-408E-8E70-BD4D334214AB}" dt="2026-02-17T03:38:23.312" v="614" actId="207"/>
          <ac:spMkLst>
            <pc:docMk/>
            <pc:sldMk cId="0" sldId="259"/>
            <ac:spMk id="5" creationId="{74A23D61-AD1F-57D3-E99B-519218654BAD}"/>
          </ac:spMkLst>
        </pc:spChg>
        <pc:spChg chg="add mod">
          <ac:chgData name="Adriatico, Dundee B." userId="a207e8a9-124e-439f-89fd-9ad351d7d04c" providerId="ADAL" clId="{1782D908-4124-408E-8E70-BD4D334214AB}" dt="2026-02-17T03:38:10.601" v="612" actId="121"/>
          <ac:spMkLst>
            <pc:docMk/>
            <pc:sldMk cId="0" sldId="259"/>
            <ac:spMk id="6" creationId="{C72B3EB8-F702-0BA7-58C0-5905006712C0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9" creationId="{46F1F2C8-798B-4CCE-A851-94AFAF350BED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11" creationId="{755E9CD0-04B0-4A3C-B291-AD913379C713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13" creationId="{1DD8BF3B-6066-418C-8D1A-75C5E396FC04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15" creationId="{80BC66F9-7A74-4286-AD22-1174052CC22C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17" creationId="{D8142CC3-2B5C-48E6-9DF0-6C8ACBAF23EF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21" creationId="{46A89C79-8EF3-4AF9-B3D9-59A883F41C83}"/>
          </ac:spMkLst>
        </pc:spChg>
        <pc:spChg chg="add">
          <ac:chgData name="Adriatico, Dundee B." userId="a207e8a9-124e-439f-89fd-9ad351d7d04c" providerId="ADAL" clId="{1782D908-4124-408E-8E70-BD4D334214AB}" dt="2026-02-17T03:37:00.984" v="592" actId="26606"/>
          <ac:spMkLst>
            <pc:docMk/>
            <pc:sldMk cId="0" sldId="259"/>
            <ac:spMk id="23" creationId="{EFE5CE34-4543-42E5-B82C-1F3D12422CDD}"/>
          </ac:spMkLst>
        </pc:spChg>
      </pc:sldChg>
      <pc:sldChg chg="del">
        <pc:chgData name="Adriatico, Dundee B." userId="a207e8a9-124e-439f-89fd-9ad351d7d04c" providerId="ADAL" clId="{1782D908-4124-408E-8E70-BD4D334214AB}" dt="2026-02-16T03:51:26.901" v="224" actId="47"/>
        <pc:sldMkLst>
          <pc:docMk/>
          <pc:sldMk cId="0" sldId="260"/>
        </pc:sldMkLst>
      </pc:sldChg>
      <pc:sldChg chg="addSp modSp mod setBg">
        <pc:chgData name="Adriatico, Dundee B." userId="a207e8a9-124e-439f-89fd-9ad351d7d04c" providerId="ADAL" clId="{1782D908-4124-408E-8E70-BD4D334214AB}" dt="2026-02-16T03:51:28.815" v="225" actId="26606"/>
        <pc:sldMkLst>
          <pc:docMk/>
          <pc:sldMk cId="0" sldId="261"/>
        </pc:sldMkLst>
        <pc:spChg chg="mod">
          <ac:chgData name="Adriatico, Dundee B." userId="a207e8a9-124e-439f-89fd-9ad351d7d04c" providerId="ADAL" clId="{1782D908-4124-408E-8E70-BD4D334214AB}" dt="2026-02-16T03:51:28.815" v="225" actId="26606"/>
          <ac:spMkLst>
            <pc:docMk/>
            <pc:sldMk cId="0" sldId="261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6T03:51:28.815" v="225" actId="26606"/>
          <ac:spMkLst>
            <pc:docMk/>
            <pc:sldMk cId="0" sldId="261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16T03:51:28.815" v="225" actId="26606"/>
          <ac:spMkLst>
            <pc:docMk/>
            <pc:sldMk cId="0" sldId="261"/>
            <ac:spMk id="8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16T03:51:28.815" v="225" actId="26606"/>
          <ac:spMkLst>
            <pc:docMk/>
            <pc:sldMk cId="0" sldId="261"/>
            <ac:spMk id="10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16T03:51:28.815" v="225" actId="26606"/>
          <ac:spMkLst>
            <pc:docMk/>
            <pc:sldMk cId="0" sldId="261"/>
            <ac:spMk id="12" creationId="{081E4A58-353D-44AE-B2FC-2A74E2E400F7}"/>
          </ac:spMkLst>
        </pc:spChg>
      </pc:sldChg>
      <pc:sldChg chg="addSp modSp mod setBg">
        <pc:chgData name="Adriatico, Dundee B." userId="a207e8a9-124e-439f-89fd-9ad351d7d04c" providerId="ADAL" clId="{1782D908-4124-408E-8E70-BD4D334214AB}" dt="2026-02-16T03:51:31.353" v="226" actId="26606"/>
        <pc:sldMkLst>
          <pc:docMk/>
          <pc:sldMk cId="0" sldId="262"/>
        </pc:sldMkLst>
        <pc:spChg chg="mod">
          <ac:chgData name="Adriatico, Dundee B." userId="a207e8a9-124e-439f-89fd-9ad351d7d04c" providerId="ADAL" clId="{1782D908-4124-408E-8E70-BD4D334214AB}" dt="2026-02-16T03:51:31.353" v="226" actId="26606"/>
          <ac:spMkLst>
            <pc:docMk/>
            <pc:sldMk cId="0" sldId="262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6T03:51:31.353" v="226" actId="26606"/>
          <ac:spMkLst>
            <pc:docMk/>
            <pc:sldMk cId="0" sldId="262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16T03:51:31.353" v="226" actId="26606"/>
          <ac:spMkLst>
            <pc:docMk/>
            <pc:sldMk cId="0" sldId="262"/>
            <ac:spMk id="8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16T03:51:31.353" v="226" actId="26606"/>
          <ac:spMkLst>
            <pc:docMk/>
            <pc:sldMk cId="0" sldId="262"/>
            <ac:spMk id="10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16T03:51:31.353" v="226" actId="26606"/>
          <ac:spMkLst>
            <pc:docMk/>
            <pc:sldMk cId="0" sldId="262"/>
            <ac:spMk id="12" creationId="{081E4A58-353D-44AE-B2FC-2A74E2E400F7}"/>
          </ac:spMkLst>
        </pc:spChg>
      </pc:sldChg>
      <pc:sldChg chg="addSp modSp mod setBg">
        <pc:chgData name="Adriatico, Dundee B." userId="a207e8a9-124e-439f-89fd-9ad351d7d04c" providerId="ADAL" clId="{1782D908-4124-408E-8E70-BD4D334214AB}" dt="2026-02-16T04:18:46.836" v="227" actId="26606"/>
        <pc:sldMkLst>
          <pc:docMk/>
          <pc:sldMk cId="0" sldId="263"/>
        </pc:sldMkLst>
        <pc:spChg chg="mo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3" creationId="{00000000-0000-0000-0000-000000000000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8" creationId="{F837543A-6020-4505-A233-C9DB4BF74011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10" creationId="{35B16301-FB18-48BA-A6DD-C37CAF6F9A18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12" creationId="{C3C0D90E-074A-4F52-9B11-B52BEF4BCBE5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14" creationId="{CABBD4C1-E6F8-46F6-8152-A8A97490BF4D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16" creationId="{83BA5EF5-1FE9-4BF9-83BB-269BCDDF6156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20" creationId="{88853921-7BC9-4BDE-ACAB-133C683C82D6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22" creationId="{09192968-3AE7-4470-A61C-97294BB92731}"/>
          </ac:spMkLst>
        </pc:spChg>
        <pc:spChg chg="add">
          <ac:chgData name="Adriatico, Dundee B." userId="a207e8a9-124e-439f-89fd-9ad351d7d04c" providerId="ADAL" clId="{1782D908-4124-408E-8E70-BD4D334214AB}" dt="2026-02-16T04:18:46.836" v="227" actId="26606"/>
          <ac:spMkLst>
            <pc:docMk/>
            <pc:sldMk cId="0" sldId="263"/>
            <ac:spMk id="24" creationId="{3AB72E55-43E4-4356-BFE8-E2102CB0B505}"/>
          </ac:spMkLst>
        </pc:spChg>
      </pc:sldChg>
      <pc:sldChg chg="delSp del mod">
        <pc:chgData name="Adriatico, Dundee B." userId="a207e8a9-124e-439f-89fd-9ad351d7d04c" providerId="ADAL" clId="{1782D908-4124-408E-8E70-BD4D334214AB}" dt="2026-02-16T05:47:48.133" v="237" actId="47"/>
        <pc:sldMkLst>
          <pc:docMk/>
          <pc:sldMk cId="0" sldId="264"/>
        </pc:sldMkLst>
        <pc:spChg chg="del">
          <ac:chgData name="Adriatico, Dundee B." userId="a207e8a9-124e-439f-89fd-9ad351d7d04c" providerId="ADAL" clId="{1782D908-4124-408E-8E70-BD4D334214AB}" dt="2026-02-16T04:23:03.843" v="228" actId="478"/>
          <ac:spMkLst>
            <pc:docMk/>
            <pc:sldMk cId="0" sldId="264"/>
            <ac:spMk id="3" creationId="{00000000-0000-0000-0000-000000000000}"/>
          </ac:spMkLst>
        </pc:spChg>
      </pc:sldChg>
      <pc:sldChg chg="del">
        <pc:chgData name="Adriatico, Dundee B." userId="a207e8a9-124e-439f-89fd-9ad351d7d04c" providerId="ADAL" clId="{1782D908-4124-408E-8E70-BD4D334214AB}" dt="2026-02-17T03:35:42.640" v="583" actId="47"/>
        <pc:sldMkLst>
          <pc:docMk/>
          <pc:sldMk cId="0" sldId="265"/>
        </pc:sldMkLst>
      </pc:sldChg>
      <pc:sldChg chg="addSp delSp modSp mod setBg">
        <pc:chgData name="Adriatico, Dundee B." userId="a207e8a9-124e-439f-89fd-9ad351d7d04c" providerId="ADAL" clId="{1782D908-4124-408E-8E70-BD4D334214AB}" dt="2026-02-16T20:29:02.729" v="545" actId="14100"/>
        <pc:sldMkLst>
          <pc:docMk/>
          <pc:sldMk cId="0" sldId="266"/>
        </pc:sldMkLst>
        <pc:spChg chg="mod ord">
          <ac:chgData name="Adriatico, Dundee B." userId="a207e8a9-124e-439f-89fd-9ad351d7d04c" providerId="ADAL" clId="{1782D908-4124-408E-8E70-BD4D334214AB}" dt="2026-02-16T20:07:13.252" v="514" actId="26606"/>
          <ac:spMkLst>
            <pc:docMk/>
            <pc:sldMk cId="0" sldId="266"/>
            <ac:spMk id="2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6T20:07:13.252" v="514" actId="26606"/>
          <ac:spMkLst>
            <pc:docMk/>
            <pc:sldMk cId="0" sldId="266"/>
            <ac:spMk id="3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6T20:07:20.664" v="516" actId="1076"/>
          <ac:spMkLst>
            <pc:docMk/>
            <pc:sldMk cId="0" sldId="266"/>
            <ac:spMk id="4" creationId="{00000000-0000-0000-0000-000000000000}"/>
          </ac:spMkLst>
        </pc:spChg>
        <pc:spChg chg="add mod">
          <ac:chgData name="Adriatico, Dundee B." userId="a207e8a9-124e-439f-89fd-9ad351d7d04c" providerId="ADAL" clId="{1782D908-4124-408E-8E70-BD4D334214AB}" dt="2026-02-16T20:29:02.729" v="545" actId="14100"/>
          <ac:spMkLst>
            <pc:docMk/>
            <pc:sldMk cId="0" sldId="266"/>
            <ac:spMk id="5" creationId="{5BDE714D-4D4F-F037-1CA1-EDB546A6F17D}"/>
          </ac:spMkLst>
        </pc:spChg>
        <pc:spChg chg="add">
          <ac:chgData name="Adriatico, Dundee B." userId="a207e8a9-124e-439f-89fd-9ad351d7d04c" providerId="ADAL" clId="{1782D908-4124-408E-8E70-BD4D334214AB}" dt="2026-02-16T20:07:13.252" v="514" actId="26606"/>
          <ac:spMkLst>
            <pc:docMk/>
            <pc:sldMk cId="0" sldId="266"/>
            <ac:spMk id="9" creationId="{004A8AE1-9605-41DC-920F-A4B8E8F2391D}"/>
          </ac:spMkLst>
        </pc:spChg>
        <pc:spChg chg="add">
          <ac:chgData name="Adriatico, Dundee B." userId="a207e8a9-124e-439f-89fd-9ad351d7d04c" providerId="ADAL" clId="{1782D908-4124-408E-8E70-BD4D334214AB}" dt="2026-02-16T20:07:13.252" v="514" actId="26606"/>
          <ac:spMkLst>
            <pc:docMk/>
            <pc:sldMk cId="0" sldId="266"/>
            <ac:spMk id="11" creationId="{5B7778FC-632E-4DCA-A7CB-0D7731CCF970}"/>
          </ac:spMkLst>
        </pc:spChg>
        <pc:spChg chg="add">
          <ac:chgData name="Adriatico, Dundee B." userId="a207e8a9-124e-439f-89fd-9ad351d7d04c" providerId="ADAL" clId="{1782D908-4124-408E-8E70-BD4D334214AB}" dt="2026-02-16T20:07:13.252" v="514" actId="26606"/>
          <ac:spMkLst>
            <pc:docMk/>
            <pc:sldMk cId="0" sldId="266"/>
            <ac:spMk id="13" creationId="{B10BB131-AC8E-4A8E-A5D1-36260F720C3B}"/>
          </ac:spMkLst>
        </pc:spChg>
        <pc:spChg chg="add">
          <ac:chgData name="Adriatico, Dundee B." userId="a207e8a9-124e-439f-89fd-9ad351d7d04c" providerId="ADAL" clId="{1782D908-4124-408E-8E70-BD4D334214AB}" dt="2026-02-16T20:07:13.252" v="514" actId="26606"/>
          <ac:spMkLst>
            <pc:docMk/>
            <pc:sldMk cId="0" sldId="266"/>
            <ac:spMk id="15" creationId="{FA23A907-97FB-4A8F-880A-DD77401C4296}"/>
          </ac:spMkLst>
        </pc:spChg>
        <pc:picChg chg="add del mod">
          <ac:chgData name="Adriatico, Dundee B." userId="a207e8a9-124e-439f-89fd-9ad351d7d04c" providerId="ADAL" clId="{1782D908-4124-408E-8E70-BD4D334214AB}" dt="2026-02-16T20:28:42.398" v="543" actId="21"/>
          <ac:picMkLst>
            <pc:docMk/>
            <pc:sldMk cId="0" sldId="266"/>
            <ac:picMk id="7" creationId="{6A35B553-1445-CDF6-8896-3AFEFCA3B444}"/>
          </ac:picMkLst>
        </pc:picChg>
        <pc:picChg chg="add mod">
          <ac:chgData name="Adriatico, Dundee B." userId="a207e8a9-124e-439f-89fd-9ad351d7d04c" providerId="ADAL" clId="{1782D908-4124-408E-8E70-BD4D334214AB}" dt="2026-02-16T20:28:48.504" v="544"/>
          <ac:picMkLst>
            <pc:docMk/>
            <pc:sldMk cId="0" sldId="266"/>
            <ac:picMk id="8" creationId="{6A35B553-1445-CDF6-8896-3AFEFCA3B444}"/>
          </ac:picMkLst>
        </pc:picChg>
      </pc:sldChg>
      <pc:sldChg chg="del">
        <pc:chgData name="Adriatico, Dundee B." userId="a207e8a9-124e-439f-89fd-9ad351d7d04c" providerId="ADAL" clId="{1782D908-4124-408E-8E70-BD4D334214AB}" dt="2026-02-16T21:39:57.786" v="546" actId="47"/>
        <pc:sldMkLst>
          <pc:docMk/>
          <pc:sldMk cId="0" sldId="267"/>
        </pc:sldMkLst>
      </pc:sldChg>
      <pc:sldChg chg="addSp delSp modSp del mod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68"/>
        </pc:sldMkLst>
        <pc:spChg chg="del">
          <ac:chgData name="Adriatico, Dundee B." userId="a207e8a9-124e-439f-89fd-9ad351d7d04c" providerId="ADAL" clId="{1782D908-4124-408E-8E70-BD4D334214AB}" dt="2026-02-16T22:51:30.866" v="547" actId="478"/>
          <ac:spMkLst>
            <pc:docMk/>
            <pc:sldMk cId="0" sldId="268"/>
            <ac:spMk id="2" creationId="{00000000-0000-0000-0000-000000000000}"/>
          </ac:spMkLst>
        </pc:spChg>
        <pc:spChg chg="add del">
          <ac:chgData name="Adriatico, Dundee B." userId="a207e8a9-124e-439f-89fd-9ad351d7d04c" providerId="ADAL" clId="{1782D908-4124-408E-8E70-BD4D334214AB}" dt="2026-02-16T22:51:54.032" v="559" actId="478"/>
          <ac:spMkLst>
            <pc:docMk/>
            <pc:sldMk cId="0" sldId="268"/>
            <ac:spMk id="3" creationId="{00000000-0000-0000-0000-000000000000}"/>
          </ac:spMkLst>
        </pc:spChg>
        <pc:spChg chg="add del">
          <ac:chgData name="Adriatico, Dundee B." userId="a207e8a9-124e-439f-89fd-9ad351d7d04c" providerId="ADAL" clId="{1782D908-4124-408E-8E70-BD4D334214AB}" dt="2026-02-16T22:51:53.794" v="558" actId="478"/>
          <ac:spMkLst>
            <pc:docMk/>
            <pc:sldMk cId="0" sldId="268"/>
            <ac:spMk id="6" creationId="{00000000-0000-0000-0000-000000000000}"/>
          </ac:spMkLst>
        </pc:spChg>
        <pc:spChg chg="add del">
          <ac:chgData name="Adriatico, Dundee B." userId="a207e8a9-124e-439f-89fd-9ad351d7d04c" providerId="ADAL" clId="{1782D908-4124-408E-8E70-BD4D334214AB}" dt="2026-02-16T22:51:38.329" v="552" actId="478"/>
          <ac:spMkLst>
            <pc:docMk/>
            <pc:sldMk cId="0" sldId="268"/>
            <ac:spMk id="7" creationId="{00000000-0000-0000-0000-000000000000}"/>
          </ac:spMkLst>
        </pc:spChg>
        <pc:spChg chg="add del mod">
          <ac:chgData name="Adriatico, Dundee B." userId="a207e8a9-124e-439f-89fd-9ad351d7d04c" providerId="ADAL" clId="{1782D908-4124-408E-8E70-BD4D334214AB}" dt="2026-02-16T22:51:53.500" v="557" actId="20577"/>
          <ac:spMkLst>
            <pc:docMk/>
            <pc:sldMk cId="0" sldId="268"/>
            <ac:spMk id="8" creationId="{00000000-0000-0000-0000-000000000000}"/>
          </ac:spMkLst>
        </pc:spChg>
        <pc:spChg chg="add del">
          <ac:chgData name="Adriatico, Dundee B." userId="a207e8a9-124e-439f-89fd-9ad351d7d04c" providerId="ADAL" clId="{1782D908-4124-408E-8E70-BD4D334214AB}" dt="2026-02-16T22:51:37.919" v="551" actId="478"/>
          <ac:spMkLst>
            <pc:docMk/>
            <pc:sldMk cId="0" sldId="268"/>
            <ac:spMk id="9" creationId="{00000000-0000-0000-0000-000000000000}"/>
          </ac:spMkLst>
        </pc:spChg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69"/>
        </pc:sldMkLst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0"/>
        </pc:sldMkLst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1"/>
        </pc:sldMkLst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2"/>
        </pc:sldMkLst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3"/>
        </pc:sldMkLst>
      </pc:sldChg>
      <pc:sldChg chg="addSp delSp del mod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4"/>
        </pc:sldMkLst>
        <pc:spChg chg="add del">
          <ac:chgData name="Adriatico, Dundee B." userId="a207e8a9-124e-439f-89fd-9ad351d7d04c" providerId="ADAL" clId="{1782D908-4124-408E-8E70-BD4D334214AB}" dt="2026-02-16T23:38:02.089" v="582" actId="21"/>
          <ac:spMkLst>
            <pc:docMk/>
            <pc:sldMk cId="0" sldId="274"/>
            <ac:spMk id="3" creationId="{00000000-0000-0000-0000-000000000000}"/>
          </ac:spMkLst>
        </pc:spChg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5"/>
        </pc:sldMkLst>
      </pc:sldChg>
      <pc:sldChg chg="del">
        <pc:chgData name="Adriatico, Dundee B." userId="a207e8a9-124e-439f-89fd-9ad351d7d04c" providerId="ADAL" clId="{1782D908-4124-408E-8E70-BD4D334214AB}" dt="2026-02-17T03:35:50.025" v="584" actId="47"/>
        <pc:sldMkLst>
          <pc:docMk/>
          <pc:sldMk cId="0" sldId="276"/>
        </pc:sldMkLst>
      </pc:sldChg>
      <pc:sldChg chg="del">
        <pc:chgData name="Adriatico, Dundee B." userId="a207e8a9-124e-439f-89fd-9ad351d7d04c" providerId="ADAL" clId="{1782D908-4124-408E-8E70-BD4D334214AB}" dt="2026-02-17T03:36:29.333" v="590" actId="47"/>
        <pc:sldMkLst>
          <pc:docMk/>
          <pc:sldMk cId="0" sldId="277"/>
        </pc:sldMkLst>
      </pc:sldChg>
      <pc:sldChg chg="addSp delSp modSp mod setBg">
        <pc:chgData name="Adriatico, Dundee B." userId="a207e8a9-124e-439f-89fd-9ad351d7d04c" providerId="ADAL" clId="{1782D908-4124-408E-8E70-BD4D334214AB}" dt="2026-02-17T03:36:24.439" v="589" actId="22"/>
        <pc:sldMkLst>
          <pc:docMk/>
          <pc:sldMk cId="0" sldId="278"/>
        </pc:sldMkLst>
        <pc:spChg chg="mo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2" creationId="{00000000-0000-0000-0000-000000000000}"/>
          </ac:spMkLst>
        </pc:spChg>
        <pc:spChg chg="del">
          <ac:chgData name="Adriatico, Dundee B." userId="a207e8a9-124e-439f-89fd-9ad351d7d04c" providerId="ADAL" clId="{1782D908-4124-408E-8E70-BD4D334214AB}" dt="2026-02-17T03:36:05.329" v="585" actId="478"/>
          <ac:spMkLst>
            <pc:docMk/>
            <pc:sldMk cId="0" sldId="278"/>
            <ac:spMk id="3" creationId="{00000000-0000-0000-0000-000000000000}"/>
          </ac:spMkLst>
        </pc:spChg>
        <pc:spChg chg="mod">
          <ac:chgData name="Adriatico, Dundee B." userId="a207e8a9-124e-439f-89fd-9ad351d7d04c" providerId="ADAL" clId="{1782D908-4124-408E-8E70-BD4D334214AB}" dt="2026-02-17T03:36:20.080" v="587" actId="20577"/>
          <ac:spMkLst>
            <pc:docMk/>
            <pc:sldMk cId="0" sldId="278"/>
            <ac:spMk id="4" creationId="{00000000-0000-0000-0000-000000000000}"/>
          </ac:spMkLst>
        </pc:spChg>
        <pc:spChg chg="add del">
          <ac:chgData name="Adriatico, Dundee B." userId="a207e8a9-124e-439f-89fd-9ad351d7d04c" providerId="ADAL" clId="{1782D908-4124-408E-8E70-BD4D334214AB}" dt="2026-02-17T03:36:24.439" v="589" actId="22"/>
          <ac:spMkLst>
            <pc:docMk/>
            <pc:sldMk cId="0" sldId="278"/>
            <ac:spMk id="6" creationId="{57757CAF-FC05-5A14-3A82-1CD2FB5E7A4F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9" creationId="{59EF30C2-29AC-4A0D-BC0A-A679CF113EDD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11" creationId="{9C682A1A-5B2D-4111-BBD6-620165633E5B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15" creationId="{A04F1504-431A-4D86-9091-AE7E4B33376B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17" creationId="{EA804283-B929-4503-802F-4585376E2B42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19" creationId="{AD3811F5-514E-49A4-B382-673ED228A4CC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21" creationId="{067AD921-1CEE-4C1B-9AA3-C66D908DDD14}"/>
          </ac:spMkLst>
        </pc:spChg>
        <pc:spChg chg="add">
          <ac:chgData name="Adriatico, Dundee B." userId="a207e8a9-124e-439f-89fd-9ad351d7d04c" providerId="ADAL" clId="{1782D908-4124-408E-8E70-BD4D334214AB}" dt="2026-02-17T03:36:16.194" v="586" actId="26606"/>
          <ac:spMkLst>
            <pc:docMk/>
            <pc:sldMk cId="0" sldId="278"/>
            <ac:spMk id="23" creationId="{C36A08F5-3B56-47C5-A371-9187BE56E1E5}"/>
          </ac:spMkLst>
        </pc:spChg>
        <pc:cxnChg chg="add">
          <ac:chgData name="Adriatico, Dundee B." userId="a207e8a9-124e-439f-89fd-9ad351d7d04c" providerId="ADAL" clId="{1782D908-4124-408E-8E70-BD4D334214AB}" dt="2026-02-17T03:36:16.194" v="586" actId="26606"/>
          <ac:cxnSpMkLst>
            <pc:docMk/>
            <pc:sldMk cId="0" sldId="278"/>
            <ac:cxnSpMk id="13" creationId="{266A0658-1CC4-4B0D-AAB7-A702286AFB03}"/>
          </ac:cxnSpMkLst>
        </pc:cxnChg>
      </pc:sldChg>
      <pc:sldChg chg="addSp modSp add mod ord setBg">
        <pc:chgData name="Adriatico, Dundee B." userId="a207e8a9-124e-439f-89fd-9ad351d7d04c" providerId="ADAL" clId="{1782D908-4124-408E-8E70-BD4D334214AB}" dt="2026-02-15T16:55:42.207" v="117" actId="1076"/>
        <pc:sldMkLst>
          <pc:docMk/>
          <pc:sldMk cId="159194559" sldId="279"/>
        </pc:sldMkLst>
        <pc:spChg chg="mod">
          <ac:chgData name="Adriatico, Dundee B." userId="a207e8a9-124e-439f-89fd-9ad351d7d04c" providerId="ADAL" clId="{1782D908-4124-408E-8E70-BD4D334214AB}" dt="2026-02-15T16:53:15.652" v="74"/>
          <ac:spMkLst>
            <pc:docMk/>
            <pc:sldMk cId="159194559" sldId="279"/>
            <ac:spMk id="2" creationId="{EC2DF614-2616-5174-3F30-10E859A52AD2}"/>
          </ac:spMkLst>
        </pc:spChg>
        <pc:spChg chg="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3" creationId="{41645FC5-6317-110E-1399-753C11E57FCE}"/>
          </ac:spMkLst>
        </pc:spChg>
        <pc:spChg chg="add 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4" creationId="{3A1151F7-0E46-80AE-05CE-8DEDBB277C1A}"/>
          </ac:spMkLst>
        </pc:spChg>
        <pc:spChg chg="add 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5" creationId="{41150B6A-F3EE-027D-BBF8-BE5A1B12AF52}"/>
          </ac:spMkLst>
        </pc:spChg>
        <pc:spChg chg="add 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6" creationId="{D153AA2A-2551-5D77-8528-05D409A308E6}"/>
          </ac:spMkLst>
        </pc:spChg>
        <pc:spChg chg="add 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7" creationId="{709D5CDD-47E4-CAF5-7653-0E2386C25322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8" creationId="{F837543A-6020-4505-A233-C9DB4BF74011}"/>
          </ac:spMkLst>
        </pc:spChg>
        <pc:spChg chg="add 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9" creationId="{DC78CE5C-3AF9-5DE8-22E8-BE02B653564C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10" creationId="{35B16301-FB18-48BA-A6DD-C37CAF6F9A18}"/>
          </ac:spMkLst>
        </pc:spChg>
        <pc:spChg chg="add mod">
          <ac:chgData name="Adriatico, Dundee B." userId="a207e8a9-124e-439f-89fd-9ad351d7d04c" providerId="ADAL" clId="{1782D908-4124-408E-8E70-BD4D334214AB}" dt="2026-02-15T16:55:35.506" v="116" actId="1035"/>
          <ac:spMkLst>
            <pc:docMk/>
            <pc:sldMk cId="159194559" sldId="279"/>
            <ac:spMk id="11" creationId="{E9A68418-E878-D4F0-BD9C-C236331889C9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12" creationId="{C3C0D90E-074A-4F52-9B11-B52BEF4BCBE5}"/>
          </ac:spMkLst>
        </pc:spChg>
        <pc:spChg chg="add mod">
          <ac:chgData name="Adriatico, Dundee B." userId="a207e8a9-124e-439f-89fd-9ad351d7d04c" providerId="ADAL" clId="{1782D908-4124-408E-8E70-BD4D334214AB}" dt="2026-02-15T16:55:42.207" v="117" actId="1076"/>
          <ac:spMkLst>
            <pc:docMk/>
            <pc:sldMk cId="159194559" sldId="279"/>
            <ac:spMk id="13" creationId="{9FD836E3-FF28-1FD1-3324-F08274E32B36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14" creationId="{CABBD4C1-E6F8-46F6-8152-A8A97490BF4D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16" creationId="{83BA5EF5-1FE9-4BF9-83BB-269BCDDF6156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20" creationId="{88853921-7BC9-4BDE-ACAB-133C683C82D6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22" creationId="{09192968-3AE7-4470-A61C-97294BB92731}"/>
          </ac:spMkLst>
        </pc:spChg>
        <pc:spChg chg="add">
          <ac:chgData name="Adriatico, Dundee B." userId="a207e8a9-124e-439f-89fd-9ad351d7d04c" providerId="ADAL" clId="{1782D908-4124-408E-8E70-BD4D334214AB}" dt="2026-02-15T16:52:45.884" v="65" actId="26606"/>
          <ac:spMkLst>
            <pc:docMk/>
            <pc:sldMk cId="159194559" sldId="279"/>
            <ac:spMk id="24" creationId="{3AB72E55-43E4-4356-BFE8-E2102CB0B505}"/>
          </ac:spMkLst>
        </pc:spChg>
      </pc:sldChg>
      <pc:sldChg chg="addSp delSp modSp new add del mod ord setBg">
        <pc:chgData name="Adriatico, Dundee B." userId="a207e8a9-124e-439f-89fd-9ad351d7d04c" providerId="ADAL" clId="{1782D908-4124-408E-8E70-BD4D334214AB}" dt="2026-02-15T18:20:09.407" v="161"/>
        <pc:sldMkLst>
          <pc:docMk/>
          <pc:sldMk cId="4174500229" sldId="281"/>
        </pc:sldMkLst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5" creationId="{F3060C83-F051-4F0E-ABAD-AA0DFC48B218}"/>
          </ac:spMkLst>
        </pc:spChg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6" creationId="{83C98ABE-055B-441F-B07E-44F97F083C39}"/>
          </ac:spMkLst>
        </pc:spChg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7" creationId="{29FDB030-9B49-4CED-8CCD-4D99382388AC}"/>
          </ac:spMkLst>
        </pc:spChg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9" creationId="{3783CA14-24A1-485C-8B30-D6A5D87987AD}"/>
          </ac:spMkLst>
        </pc:spChg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11" creationId="{9A97C86A-04D6-40F7-AE84-31AB43E6A846}"/>
          </ac:spMkLst>
        </pc:spChg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13" creationId="{FF9F2414-84E8-453E-B1F3-389FDE8192D9}"/>
          </ac:spMkLst>
        </pc:spChg>
        <pc:spChg chg="add">
          <ac:chgData name="Adriatico, Dundee B." userId="a207e8a9-124e-439f-89fd-9ad351d7d04c" providerId="ADAL" clId="{1782D908-4124-408E-8E70-BD4D334214AB}" dt="2026-02-15T17:12:14.150" v="134" actId="26606"/>
          <ac:spMkLst>
            <pc:docMk/>
            <pc:sldMk cId="4174500229" sldId="281"/>
            <ac:spMk id="15" creationId="{3ECA69A1-7536-43AC-85EF-C7106179F5ED}"/>
          </ac:spMkLst>
        </pc:spChg>
        <pc:picChg chg="add del mod modCrop">
          <ac:chgData name="Adriatico, Dundee B." userId="a207e8a9-124e-439f-89fd-9ad351d7d04c" providerId="ADAL" clId="{1782D908-4124-408E-8E70-BD4D334214AB}" dt="2026-02-15T17:13:42.690" v="148" actId="196"/>
          <ac:picMkLst>
            <pc:docMk/>
            <pc:sldMk cId="4174500229" sldId="281"/>
            <ac:picMk id="3" creationId="{AF6E2C03-22A9-FBB2-0471-972EA83076CB}"/>
          </ac:picMkLst>
        </pc:picChg>
      </pc:sldChg>
      <pc:sldChg chg="addSp delSp modSp add mod setBg delDesignElem">
        <pc:chgData name="Adriatico, Dundee B." userId="a207e8a9-124e-439f-89fd-9ad351d7d04c" providerId="ADAL" clId="{1782D908-4124-408E-8E70-BD4D334214AB}" dt="2026-02-15T17:57:26.474" v="158" actId="1076"/>
        <pc:sldMkLst>
          <pc:docMk/>
          <pc:sldMk cId="4096157898" sldId="282"/>
        </pc:sldMkLst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8" creationId="{F3060C83-F051-4F0E-ABAD-AA0DFC48B218}"/>
          </ac:spMkLst>
        </pc:spChg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10" creationId="{83C98ABE-055B-441F-B07E-44F97F083C39}"/>
          </ac:spMkLst>
        </pc:spChg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12" creationId="{29FDB030-9B49-4CED-8CCD-4D99382388AC}"/>
          </ac:spMkLst>
        </pc:spChg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14" creationId="{3783CA14-24A1-485C-8B30-D6A5D87987AD}"/>
          </ac:spMkLst>
        </pc:spChg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16" creationId="{9A97C86A-04D6-40F7-AE84-31AB43E6A846}"/>
          </ac:spMkLst>
        </pc:spChg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18" creationId="{FF9F2414-84E8-453E-B1F3-389FDE8192D9}"/>
          </ac:spMkLst>
        </pc:spChg>
        <pc:spChg chg="add">
          <ac:chgData name="Adriatico, Dundee B." userId="a207e8a9-124e-439f-89fd-9ad351d7d04c" providerId="ADAL" clId="{1782D908-4124-408E-8E70-BD4D334214AB}" dt="2026-02-15T17:57:08.947" v="154" actId="26606"/>
          <ac:spMkLst>
            <pc:docMk/>
            <pc:sldMk cId="4096157898" sldId="282"/>
            <ac:spMk id="20" creationId="{3ECA69A1-7536-43AC-85EF-C7106179F5ED}"/>
          </ac:spMkLst>
        </pc:spChg>
        <pc:picChg chg="mod">
          <ac:chgData name="Adriatico, Dundee B." userId="a207e8a9-124e-439f-89fd-9ad351d7d04c" providerId="ADAL" clId="{1782D908-4124-408E-8E70-BD4D334214AB}" dt="2026-02-15T17:57:26.474" v="158" actId="1076"/>
          <ac:picMkLst>
            <pc:docMk/>
            <pc:sldMk cId="4096157898" sldId="282"/>
            <ac:picMk id="3" creationId="{ED268A2E-CCEA-86F4-3B0D-6A5747EB8FD6}"/>
          </ac:picMkLst>
        </pc:picChg>
      </pc:sldChg>
      <pc:sldChg chg="addSp delSp add del setBg delDesignElem">
        <pc:chgData name="Adriatico, Dundee B." userId="a207e8a9-124e-439f-89fd-9ad351d7d04c" providerId="ADAL" clId="{1782D908-4124-408E-8E70-BD4D334214AB}" dt="2026-02-16T03:42:35.019" v="165"/>
        <pc:sldMkLst>
          <pc:docMk/>
          <pc:sldMk cId="1916193060" sldId="283"/>
        </pc:sldMkLst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8" creationId="{94D57B6A-9B8E-0334-BAC9-E98C303CF3B0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10" creationId="{1A661EDD-3E7C-B30B-C3A1-6018B7174665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12" creationId="{EF9A935E-1948-789C-F6F4-D102C8B8FDFC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14" creationId="{078C62E8-A022-15FE-E9FA-F00B698E70CC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16" creationId="{E732367A-862F-D3D9-FF04-F1F8AADA9253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20" creationId="{40555F86-C3D3-06B4-07B4-50D72E4F631D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22" creationId="{BA73AFA6-2185-5155-3DB8-99C6531EF0BA}"/>
          </ac:spMkLst>
        </pc:spChg>
        <pc:spChg chg="add del">
          <ac:chgData name="Adriatico, Dundee B." userId="a207e8a9-124e-439f-89fd-9ad351d7d04c" providerId="ADAL" clId="{1782D908-4124-408E-8E70-BD4D334214AB}" dt="2026-02-16T03:42:35.019" v="165"/>
          <ac:spMkLst>
            <pc:docMk/>
            <pc:sldMk cId="1916193060" sldId="283"/>
            <ac:spMk id="24" creationId="{506A07B6-2E13-F517-8F2C-A7BE00F994B6}"/>
          </ac:spMkLst>
        </pc:spChg>
        <pc:cxnChg chg="add del">
          <ac:chgData name="Adriatico, Dundee B." userId="a207e8a9-124e-439f-89fd-9ad351d7d04c" providerId="ADAL" clId="{1782D908-4124-408E-8E70-BD4D334214AB}" dt="2026-02-16T03:42:35.019" v="165"/>
          <ac:cxnSpMkLst>
            <pc:docMk/>
            <pc:sldMk cId="1916193060" sldId="283"/>
            <ac:cxnSpMk id="18" creationId="{1A5F729A-8BF5-D651-C83A-DFE20DAD7C49}"/>
          </ac:cxnSpMkLst>
        </pc:cxnChg>
      </pc:sldChg>
      <pc:sldChg chg="addSp delSp modSp add mod setBg">
        <pc:chgData name="Adriatico, Dundee B." userId="a207e8a9-124e-439f-89fd-9ad351d7d04c" providerId="ADAL" clId="{1782D908-4124-408E-8E70-BD4D334214AB}" dt="2026-02-16T03:50:17.221" v="222" actId="26606"/>
        <pc:sldMkLst>
          <pc:docMk/>
          <pc:sldMk cId="2056521136" sldId="283"/>
        </pc:sldMkLst>
        <pc:spChg chg="mod">
          <ac:chgData name="Adriatico, Dundee B." userId="a207e8a9-124e-439f-89fd-9ad351d7d04c" providerId="ADAL" clId="{1782D908-4124-408E-8E70-BD4D334214AB}" dt="2026-02-16T03:43:19.414" v="169" actId="26606"/>
          <ac:spMkLst>
            <pc:docMk/>
            <pc:sldMk cId="2056521136" sldId="283"/>
            <ac:spMk id="2" creationId="{A84AD7BC-471D-9C1C-CCFB-6A345015ACE8}"/>
          </ac:spMkLst>
        </pc:spChg>
        <pc:spChg chg="mod">
          <ac:chgData name="Adriatico, Dundee B." userId="a207e8a9-124e-439f-89fd-9ad351d7d04c" providerId="ADAL" clId="{1782D908-4124-408E-8E70-BD4D334214AB}" dt="2026-02-16T03:43:19.414" v="169" actId="26606"/>
          <ac:spMkLst>
            <pc:docMk/>
            <pc:sldMk cId="2056521136" sldId="283"/>
            <ac:spMk id="3" creationId="{128E5143-F559-FEA8-258B-209B815A540D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8" creationId="{F837543A-6020-4505-A233-C9DB4BF74011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10" creationId="{35B16301-FB18-48BA-A6DD-C37CAF6F9A18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12" creationId="{C3C0D90E-074A-4F52-9B11-B52BEF4BCBE5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14" creationId="{CABBD4C1-E6F8-46F6-8152-A8A97490BF4D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16" creationId="{83BA5EF5-1FE9-4BF9-83BB-269BCDDF6156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20" creationId="{88853921-7BC9-4BDE-ACAB-133C683C82D6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22" creationId="{09192968-3AE7-4470-A61C-97294BB92731}"/>
          </ac:spMkLst>
        </pc:spChg>
        <pc:spChg chg="add del">
          <ac:chgData name="Adriatico, Dundee B." userId="a207e8a9-124e-439f-89fd-9ad351d7d04c" providerId="ADAL" clId="{1782D908-4124-408E-8E70-BD4D334214AB}" dt="2026-02-16T03:43:19.403" v="168" actId="26606"/>
          <ac:spMkLst>
            <pc:docMk/>
            <pc:sldMk cId="2056521136" sldId="283"/>
            <ac:spMk id="24" creationId="{3AB72E55-43E4-4356-BFE8-E2102CB0B505}"/>
          </ac:spMkLst>
        </pc:spChg>
        <pc:spChg chg="add del">
          <ac:chgData name="Adriatico, Dundee B." userId="a207e8a9-124e-439f-89fd-9ad351d7d04c" providerId="ADAL" clId="{1782D908-4124-408E-8E70-BD4D334214AB}" dt="2026-02-16T03:50:17.221" v="222" actId="26606"/>
          <ac:spMkLst>
            <pc:docMk/>
            <pc:sldMk cId="2056521136" sldId="283"/>
            <ac:spMk id="26" creationId="{1BB867FF-FC45-48F7-8104-F89BE54909F1}"/>
          </ac:spMkLst>
        </pc:spChg>
        <pc:spChg chg="add del">
          <ac:chgData name="Adriatico, Dundee B." userId="a207e8a9-124e-439f-89fd-9ad351d7d04c" providerId="ADAL" clId="{1782D908-4124-408E-8E70-BD4D334214AB}" dt="2026-02-16T03:50:17.221" v="222" actId="26606"/>
          <ac:spMkLst>
            <pc:docMk/>
            <pc:sldMk cId="2056521136" sldId="283"/>
            <ac:spMk id="27" creationId="{8BB56887-D0D5-4F0C-9E19-7247EB83C8B7}"/>
          </ac:spMkLst>
        </pc:spChg>
        <pc:spChg chg="add del">
          <ac:chgData name="Adriatico, Dundee B." userId="a207e8a9-124e-439f-89fd-9ad351d7d04c" providerId="ADAL" clId="{1782D908-4124-408E-8E70-BD4D334214AB}" dt="2026-02-16T03:50:17.221" v="222" actId="26606"/>
          <ac:spMkLst>
            <pc:docMk/>
            <pc:sldMk cId="2056521136" sldId="283"/>
            <ac:spMk id="28" creationId="{081E4A58-353D-44AE-B2FC-2A74E2E400F7}"/>
          </ac:spMkLst>
        </pc:spChg>
        <pc:spChg chg="add">
          <ac:chgData name="Adriatico, Dundee B." userId="a207e8a9-124e-439f-89fd-9ad351d7d04c" providerId="ADAL" clId="{1782D908-4124-408E-8E70-BD4D334214AB}" dt="2026-02-16T03:50:17.221" v="222" actId="26606"/>
          <ac:spMkLst>
            <pc:docMk/>
            <pc:sldMk cId="2056521136" sldId="283"/>
            <ac:spMk id="33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16T03:50:17.221" v="222" actId="26606"/>
          <ac:spMkLst>
            <pc:docMk/>
            <pc:sldMk cId="2056521136" sldId="283"/>
            <ac:spMk id="35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16T03:50:17.221" v="222" actId="26606"/>
          <ac:spMkLst>
            <pc:docMk/>
            <pc:sldMk cId="2056521136" sldId="283"/>
            <ac:spMk id="37" creationId="{081E4A58-353D-44AE-B2FC-2A74E2E400F7}"/>
          </ac:spMkLst>
        </pc:spChg>
      </pc:sldChg>
      <pc:sldChg chg="addSp delSp modSp add mod setBg delDesignElem">
        <pc:chgData name="Adriatico, Dundee B." userId="a207e8a9-124e-439f-89fd-9ad351d7d04c" providerId="ADAL" clId="{1782D908-4124-408E-8E70-BD4D334214AB}" dt="2026-02-16T03:44:43.832" v="219" actId="20577"/>
        <pc:sldMkLst>
          <pc:docMk/>
          <pc:sldMk cId="2079815602" sldId="284"/>
        </pc:sldMkLst>
        <pc:spChg chg="mod">
          <ac:chgData name="Adriatico, Dundee B." userId="a207e8a9-124e-439f-89fd-9ad351d7d04c" providerId="ADAL" clId="{1782D908-4124-408E-8E70-BD4D334214AB}" dt="2026-02-16T03:44:27.991" v="173" actId="20577"/>
          <ac:spMkLst>
            <pc:docMk/>
            <pc:sldMk cId="2079815602" sldId="284"/>
            <ac:spMk id="2" creationId="{CC03AEC3-41A3-0233-849C-5CBEE6996763}"/>
          </ac:spMkLst>
        </pc:spChg>
        <pc:spChg chg="mod">
          <ac:chgData name="Adriatico, Dundee B." userId="a207e8a9-124e-439f-89fd-9ad351d7d04c" providerId="ADAL" clId="{1782D908-4124-408E-8E70-BD4D334214AB}" dt="2026-02-16T03:44:43.832" v="219" actId="20577"/>
          <ac:spMkLst>
            <pc:docMk/>
            <pc:sldMk cId="2079815602" sldId="284"/>
            <ac:spMk id="3" creationId="{FE6C76C8-A4E0-ED29-FB80-24D594C00CF7}"/>
          </ac:spMkLst>
        </pc:spChg>
        <pc:spChg chg="add">
          <ac:chgData name="Adriatico, Dundee B." userId="a207e8a9-124e-439f-89fd-9ad351d7d04c" providerId="ADAL" clId="{1782D908-4124-408E-8E70-BD4D334214AB}" dt="2026-02-16T03:44:22.558" v="172" actId="26606"/>
          <ac:spMkLst>
            <pc:docMk/>
            <pc:sldMk cId="2079815602" sldId="284"/>
            <ac:spMk id="8" creationId="{081EA652-8C6A-4E69-BEB9-170809474553}"/>
          </ac:spMkLst>
        </pc:spChg>
        <pc:spChg chg="add">
          <ac:chgData name="Adriatico, Dundee B." userId="a207e8a9-124e-439f-89fd-9ad351d7d04c" providerId="ADAL" clId="{1782D908-4124-408E-8E70-BD4D334214AB}" dt="2026-02-16T03:44:22.558" v="172" actId="26606"/>
          <ac:spMkLst>
            <pc:docMk/>
            <pc:sldMk cId="2079815602" sldId="284"/>
            <ac:spMk id="10" creationId="{5298780A-33B9-4EA2-8F67-DE68AD62841B}"/>
          </ac:spMkLst>
        </pc:spChg>
        <pc:spChg chg="add">
          <ac:chgData name="Adriatico, Dundee B." userId="a207e8a9-124e-439f-89fd-9ad351d7d04c" providerId="ADAL" clId="{1782D908-4124-408E-8E70-BD4D334214AB}" dt="2026-02-16T03:44:22.558" v="172" actId="26606"/>
          <ac:spMkLst>
            <pc:docMk/>
            <pc:sldMk cId="2079815602" sldId="284"/>
            <ac:spMk id="12" creationId="{7F488E8B-4E1E-4402-8935-D4E6C02615C7}"/>
          </ac:spMkLst>
        </pc:spChg>
        <pc:spChg chg="del">
          <ac:chgData name="Adriatico, Dundee B." userId="a207e8a9-124e-439f-89fd-9ad351d7d04c" providerId="ADAL" clId="{1782D908-4124-408E-8E70-BD4D334214AB}" dt="2026-02-16T03:43:28.936" v="171"/>
          <ac:spMkLst>
            <pc:docMk/>
            <pc:sldMk cId="2079815602" sldId="284"/>
            <ac:spMk id="26" creationId="{247A1C4D-FEDA-D343-5395-72BD7FD51035}"/>
          </ac:spMkLst>
        </pc:spChg>
        <pc:spChg chg="del">
          <ac:chgData name="Adriatico, Dundee B." userId="a207e8a9-124e-439f-89fd-9ad351d7d04c" providerId="ADAL" clId="{1782D908-4124-408E-8E70-BD4D334214AB}" dt="2026-02-16T03:43:28.936" v="171"/>
          <ac:spMkLst>
            <pc:docMk/>
            <pc:sldMk cId="2079815602" sldId="284"/>
            <ac:spMk id="27" creationId="{02C36F03-70F3-C78C-69B8-5306258ADB0E}"/>
          </ac:spMkLst>
        </pc:spChg>
        <pc:spChg chg="del">
          <ac:chgData name="Adriatico, Dundee B." userId="a207e8a9-124e-439f-89fd-9ad351d7d04c" providerId="ADAL" clId="{1782D908-4124-408E-8E70-BD4D334214AB}" dt="2026-02-16T03:43:28.936" v="171"/>
          <ac:spMkLst>
            <pc:docMk/>
            <pc:sldMk cId="2079815602" sldId="284"/>
            <ac:spMk id="28" creationId="{9566268E-8484-36B7-A6F9-E9EE75FE97EB}"/>
          </ac:spMkLst>
        </pc:spChg>
      </pc:sldChg>
      <pc:sldChg chg="addSp modSp add mod setBg">
        <pc:chgData name="Adriatico, Dundee B." userId="a207e8a9-124e-439f-89fd-9ad351d7d04c" providerId="ADAL" clId="{1782D908-4124-408E-8E70-BD4D334214AB}" dt="2026-02-16T03:51:19.027" v="223" actId="26606"/>
        <pc:sldMkLst>
          <pc:docMk/>
          <pc:sldMk cId="2825562334" sldId="285"/>
        </pc:sldMkLst>
        <pc:spChg chg="mod">
          <ac:chgData name="Adriatico, Dundee B." userId="a207e8a9-124e-439f-89fd-9ad351d7d04c" providerId="ADAL" clId="{1782D908-4124-408E-8E70-BD4D334214AB}" dt="2026-02-16T03:51:19.027" v="223" actId="26606"/>
          <ac:spMkLst>
            <pc:docMk/>
            <pc:sldMk cId="2825562334" sldId="285"/>
            <ac:spMk id="2" creationId="{D06BAF9E-D781-11FE-12C0-2B1FF2709308}"/>
          </ac:spMkLst>
        </pc:spChg>
        <pc:spChg chg="mod">
          <ac:chgData name="Adriatico, Dundee B." userId="a207e8a9-124e-439f-89fd-9ad351d7d04c" providerId="ADAL" clId="{1782D908-4124-408E-8E70-BD4D334214AB}" dt="2026-02-16T03:51:19.027" v="223" actId="26606"/>
          <ac:spMkLst>
            <pc:docMk/>
            <pc:sldMk cId="2825562334" sldId="285"/>
            <ac:spMk id="3" creationId="{F76FE462-8D11-ABDD-98F4-7A6E771A1AEB}"/>
          </ac:spMkLst>
        </pc:spChg>
        <pc:spChg chg="add">
          <ac:chgData name="Adriatico, Dundee B." userId="a207e8a9-124e-439f-89fd-9ad351d7d04c" providerId="ADAL" clId="{1782D908-4124-408E-8E70-BD4D334214AB}" dt="2026-02-16T03:51:19.027" v="223" actId="26606"/>
          <ac:spMkLst>
            <pc:docMk/>
            <pc:sldMk cId="2825562334" sldId="285"/>
            <ac:spMk id="8" creationId="{1BB867FF-FC45-48F7-8104-F89BE54909F1}"/>
          </ac:spMkLst>
        </pc:spChg>
        <pc:spChg chg="add">
          <ac:chgData name="Adriatico, Dundee B." userId="a207e8a9-124e-439f-89fd-9ad351d7d04c" providerId="ADAL" clId="{1782D908-4124-408E-8E70-BD4D334214AB}" dt="2026-02-16T03:51:19.027" v="223" actId="26606"/>
          <ac:spMkLst>
            <pc:docMk/>
            <pc:sldMk cId="2825562334" sldId="285"/>
            <ac:spMk id="10" creationId="{8BB56887-D0D5-4F0C-9E19-7247EB83C8B7}"/>
          </ac:spMkLst>
        </pc:spChg>
        <pc:spChg chg="add">
          <ac:chgData name="Adriatico, Dundee B." userId="a207e8a9-124e-439f-89fd-9ad351d7d04c" providerId="ADAL" clId="{1782D908-4124-408E-8E70-BD4D334214AB}" dt="2026-02-16T03:51:19.027" v="223" actId="26606"/>
          <ac:spMkLst>
            <pc:docMk/>
            <pc:sldMk cId="2825562334" sldId="285"/>
            <ac:spMk id="12" creationId="{081E4A58-353D-44AE-B2FC-2A74E2E400F7}"/>
          </ac:spMkLst>
        </pc:spChg>
      </pc:sldChg>
      <pc:sldChg chg="addSp delSp modSp add mod setBg">
        <pc:chgData name="Adriatico, Dundee B." userId="a207e8a9-124e-439f-89fd-9ad351d7d04c" providerId="ADAL" clId="{1782D908-4124-408E-8E70-BD4D334214AB}" dt="2026-02-16T04:23:51.597" v="236" actId="1076"/>
        <pc:sldMkLst>
          <pc:docMk/>
          <pc:sldMk cId="4036699828" sldId="286"/>
        </pc:sldMkLst>
        <pc:spChg chg="mo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2" creationId="{D43C7F0D-0765-5F0F-5103-67D5F8B937D1}"/>
          </ac:spMkLst>
        </pc:spChg>
        <pc:spChg chg="add mod">
          <ac:chgData name="Adriatico, Dundee B." userId="a207e8a9-124e-439f-89fd-9ad351d7d04c" providerId="ADAL" clId="{1782D908-4124-408E-8E70-BD4D334214AB}" dt="2026-02-16T04:23:51.597" v="236" actId="1076"/>
          <ac:spMkLst>
            <pc:docMk/>
            <pc:sldMk cId="4036699828" sldId="286"/>
            <ac:spMk id="3" creationId="{AFE2B173-A1BD-4673-AF9F-5CB376322886}"/>
          </ac:spMkLst>
        </pc:spChg>
        <pc:spChg chg="del">
          <ac:chgData name="Adriatico, Dundee B." userId="a207e8a9-124e-439f-89fd-9ad351d7d04c" providerId="ADAL" clId="{1782D908-4124-408E-8E70-BD4D334214AB}" dt="2026-02-16T04:23:26.888" v="230" actId="21"/>
          <ac:spMkLst>
            <pc:docMk/>
            <pc:sldMk cId="4036699828" sldId="286"/>
            <ac:spMk id="4" creationId="{AFE2B173-A1BD-4673-AF9F-5CB376322886}"/>
          </ac:spMkLst>
        </pc:spChg>
        <pc:spChg chg="ad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7" creationId="{D278ADA9-6383-4BDD-80D2-8899A402687B}"/>
          </ac:spMkLst>
        </pc:spChg>
        <pc:spChg chg="ad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9" creationId="{484B7147-B0F6-40ED-B5A2-FF72BC8198B6}"/>
          </ac:spMkLst>
        </pc:spChg>
        <pc:spChg chg="ad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11" creationId="{B36D2DE0-0628-4A9A-A59D-7BA8B5EB3022}"/>
          </ac:spMkLst>
        </pc:spChg>
        <pc:spChg chg="ad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13" creationId="{48E405C9-94BE-41DA-928C-DEC9A8550E9F}"/>
          </ac:spMkLst>
        </pc:spChg>
        <pc:spChg chg="ad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15" creationId="{D2091A72-D5BB-42AC-8FD3-F7747D90861E}"/>
          </ac:spMkLst>
        </pc:spChg>
        <pc:spChg chg="add">
          <ac:chgData name="Adriatico, Dundee B." userId="a207e8a9-124e-439f-89fd-9ad351d7d04c" providerId="ADAL" clId="{1782D908-4124-408E-8E70-BD4D334214AB}" dt="2026-02-16T04:23:34.105" v="231" actId="26606"/>
          <ac:spMkLst>
            <pc:docMk/>
            <pc:sldMk cId="4036699828" sldId="286"/>
            <ac:spMk id="17" creationId="{6ED12BFC-A737-46AF-8411-481112D54B0C}"/>
          </ac:spMkLst>
        </pc:spChg>
      </pc:sldChg>
      <pc:sldChg chg="addSp delSp add del setBg delDesignElem">
        <pc:chgData name="Adriatico, Dundee B." userId="a207e8a9-124e-439f-89fd-9ad351d7d04c" providerId="ADAL" clId="{1782D908-4124-408E-8E70-BD4D334214AB}" dt="2026-02-16T06:18:22.591" v="240"/>
        <pc:sldMkLst>
          <pc:docMk/>
          <pc:sldMk cId="2944029678" sldId="287"/>
        </pc:sldMkLst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8" creationId="{571D70F6-4012-DCD4-AA5A-0D5D29481C18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10" creationId="{42D3153A-8CA5-738C-D839-34161413358E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12" creationId="{B7806109-4F51-14B9-92EC-FC63A0934C3C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14" creationId="{2EE89156-13E9-8CC3-8F9A-18FEF5CA8380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16" creationId="{4948F25F-4F10-9937-4A92-48E3D9121E49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20" creationId="{F30AB103-528B-9CA9-ED37-5E9D59056EF6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22" creationId="{4FD13BF1-4CB0-00A6-7331-7D354DC8D8D3}"/>
          </ac:spMkLst>
        </pc:spChg>
        <pc:spChg chg="add del">
          <ac:chgData name="Adriatico, Dundee B." userId="a207e8a9-124e-439f-89fd-9ad351d7d04c" providerId="ADAL" clId="{1782D908-4124-408E-8E70-BD4D334214AB}" dt="2026-02-16T06:18:22.591" v="240"/>
          <ac:spMkLst>
            <pc:docMk/>
            <pc:sldMk cId="2944029678" sldId="287"/>
            <ac:spMk id="24" creationId="{EA6F38C2-24A6-4854-66FA-DBF0F1D09422}"/>
          </ac:spMkLst>
        </pc:spChg>
        <pc:cxnChg chg="add del">
          <ac:chgData name="Adriatico, Dundee B." userId="a207e8a9-124e-439f-89fd-9ad351d7d04c" providerId="ADAL" clId="{1782D908-4124-408E-8E70-BD4D334214AB}" dt="2026-02-16T06:18:22.591" v="240"/>
          <ac:cxnSpMkLst>
            <pc:docMk/>
            <pc:sldMk cId="2944029678" sldId="287"/>
            <ac:cxnSpMk id="18" creationId="{B25EFE20-12B6-0E5A-A8EF-7484CDD989B2}"/>
          </ac:cxnSpMkLst>
        </pc:cxnChg>
      </pc:sldChg>
      <pc:sldChg chg="addSp delSp modSp add mod setBg">
        <pc:chgData name="Adriatico, Dundee B." userId="a207e8a9-124e-439f-89fd-9ad351d7d04c" providerId="ADAL" clId="{1782D908-4124-408E-8E70-BD4D334214AB}" dt="2026-02-16T06:28:13.645" v="509" actId="207"/>
        <pc:sldMkLst>
          <pc:docMk/>
          <pc:sldMk cId="3386852985" sldId="287"/>
        </pc:sldMkLst>
        <pc:spChg chg="mod">
          <ac:chgData name="Adriatico, Dundee B." userId="a207e8a9-124e-439f-89fd-9ad351d7d04c" providerId="ADAL" clId="{1782D908-4124-408E-8E70-BD4D334214AB}" dt="2026-02-16T06:19:35.245" v="248" actId="1076"/>
          <ac:spMkLst>
            <pc:docMk/>
            <pc:sldMk cId="3386852985" sldId="287"/>
            <ac:spMk id="2" creationId="{8390C244-E4B8-F0CA-30CB-F4C62F51BE4F}"/>
          </ac:spMkLst>
        </pc:spChg>
        <pc:spChg chg="del">
          <ac:chgData name="Adriatico, Dundee B." userId="a207e8a9-124e-439f-89fd-9ad351d7d04c" providerId="ADAL" clId="{1782D908-4124-408E-8E70-BD4D334214AB}" dt="2026-02-16T06:18:40.340" v="243" actId="478"/>
          <ac:spMkLst>
            <pc:docMk/>
            <pc:sldMk cId="3386852985" sldId="287"/>
            <ac:spMk id="3" creationId="{C5EC0793-6F77-45CC-3547-AA9958D2BF96}"/>
          </ac:spMkLst>
        </pc:spChg>
        <pc:spChg chg="del">
          <ac:chgData name="Adriatico, Dundee B." userId="a207e8a9-124e-439f-89fd-9ad351d7d04c" providerId="ADAL" clId="{1782D908-4124-408E-8E70-BD4D334214AB}" dt="2026-02-16T06:18:32.501" v="242" actId="478"/>
          <ac:spMkLst>
            <pc:docMk/>
            <pc:sldMk cId="3386852985" sldId="287"/>
            <ac:spMk id="4" creationId="{38448104-93C8-1B8E-E2BA-A76A1A4032C8}"/>
          </ac:spMkLst>
        </pc:spChg>
        <pc:spChg chg="del">
          <ac:chgData name="Adriatico, Dundee B." userId="a207e8a9-124e-439f-89fd-9ad351d7d04c" providerId="ADAL" clId="{1782D908-4124-408E-8E70-BD4D334214AB}" dt="2026-02-16T06:18:40.340" v="243" actId="478"/>
          <ac:spMkLst>
            <pc:docMk/>
            <pc:sldMk cId="3386852985" sldId="287"/>
            <ac:spMk id="5" creationId="{CF8E2CAB-52A4-EFAA-FB39-88505E6AE5D5}"/>
          </ac:spMkLst>
        </pc:spChg>
        <pc:spChg chg="del">
          <ac:chgData name="Adriatico, Dundee B." userId="a207e8a9-124e-439f-89fd-9ad351d7d04c" providerId="ADAL" clId="{1782D908-4124-408E-8E70-BD4D334214AB}" dt="2026-02-16T06:18:32.501" v="242" actId="478"/>
          <ac:spMkLst>
            <pc:docMk/>
            <pc:sldMk cId="3386852985" sldId="287"/>
            <ac:spMk id="6" creationId="{86CE82A6-D41B-79D9-52C7-7D6F6C137CAD}"/>
          </ac:spMkLst>
        </pc:spChg>
        <pc:spChg chg="add">
          <ac:chgData name="Adriatico, Dundee B." userId="a207e8a9-124e-439f-89fd-9ad351d7d04c" providerId="ADAL" clId="{1782D908-4124-408E-8E70-BD4D334214AB}" dt="2026-02-16T06:19:17.890" v="244" actId="26606"/>
          <ac:spMkLst>
            <pc:docMk/>
            <pc:sldMk cId="3386852985" sldId="287"/>
            <ac:spMk id="7" creationId="{9AFC454B-A080-4D23-B177-6D5356C6E6EF}"/>
          </ac:spMkLst>
        </pc:spChg>
        <pc:spChg chg="add">
          <ac:chgData name="Adriatico, Dundee B." userId="a207e8a9-124e-439f-89fd-9ad351d7d04c" providerId="ADAL" clId="{1782D908-4124-408E-8E70-BD4D334214AB}" dt="2026-02-16T06:19:17.890" v="244" actId="26606"/>
          <ac:spMkLst>
            <pc:docMk/>
            <pc:sldMk cId="3386852985" sldId="287"/>
            <ac:spMk id="9" creationId="{D0522C2C-7B5C-48A7-A969-03941E5D2E76}"/>
          </ac:spMkLst>
        </pc:spChg>
        <pc:spChg chg="add">
          <ac:chgData name="Adriatico, Dundee B." userId="a207e8a9-124e-439f-89fd-9ad351d7d04c" providerId="ADAL" clId="{1782D908-4124-408E-8E70-BD4D334214AB}" dt="2026-02-16T06:19:17.890" v="244" actId="26606"/>
          <ac:spMkLst>
            <pc:docMk/>
            <pc:sldMk cId="3386852985" sldId="287"/>
            <ac:spMk id="11" creationId="{9C682A1A-5B2D-4111-BBD6-620165633E5B}"/>
          </ac:spMkLst>
        </pc:spChg>
        <pc:spChg chg="add">
          <ac:chgData name="Adriatico, Dundee B." userId="a207e8a9-124e-439f-89fd-9ad351d7d04c" providerId="ADAL" clId="{1782D908-4124-408E-8E70-BD4D334214AB}" dt="2026-02-16T06:19:17.890" v="244" actId="26606"/>
          <ac:spMkLst>
            <pc:docMk/>
            <pc:sldMk cId="3386852985" sldId="287"/>
            <ac:spMk id="13" creationId="{D6EE29F2-D77F-4BD0-A20B-334D316A1C9D}"/>
          </ac:spMkLst>
        </pc:spChg>
        <pc:spChg chg="add">
          <ac:chgData name="Adriatico, Dundee B." userId="a207e8a9-124e-439f-89fd-9ad351d7d04c" providerId="ADAL" clId="{1782D908-4124-408E-8E70-BD4D334214AB}" dt="2026-02-16T06:19:17.890" v="244" actId="26606"/>
          <ac:spMkLst>
            <pc:docMk/>
            <pc:sldMk cId="3386852985" sldId="287"/>
            <ac:spMk id="15" creationId="{22D09ED2-868F-42C6-866E-F92E0CEF314F}"/>
          </ac:spMkLst>
        </pc:spChg>
        <pc:graphicFrameChg chg="add mod modGraphic">
          <ac:chgData name="Adriatico, Dundee B." userId="a207e8a9-124e-439f-89fd-9ad351d7d04c" providerId="ADAL" clId="{1782D908-4124-408E-8E70-BD4D334214AB}" dt="2026-02-16T06:28:13.645" v="509" actId="207"/>
          <ac:graphicFrameMkLst>
            <pc:docMk/>
            <pc:sldMk cId="3386852985" sldId="287"/>
            <ac:graphicFrameMk id="8" creationId="{7D91DB6C-C859-151E-68B6-B1E782195244}"/>
          </ac:graphicFrameMkLst>
        </pc:graphicFrameChg>
      </pc:sldChg>
      <pc:sldChg chg="addSp delSp modSp add mod setBg">
        <pc:chgData name="Adriatico, Dundee B." userId="a207e8a9-124e-439f-89fd-9ad351d7d04c" providerId="ADAL" clId="{1782D908-4124-408E-8E70-BD4D334214AB}" dt="2026-02-16T20:04:51.851" v="513" actId="26606"/>
        <pc:sldMkLst>
          <pc:docMk/>
          <pc:sldMk cId="1615242098" sldId="288"/>
        </pc:sldMkLst>
        <pc:spChg chg="mo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2" creationId="{DDB1DDC6-0AC0-3C62-4FD2-3EB3D9D318CF}"/>
          </ac:spMkLst>
        </pc:spChg>
        <pc:spChg chg="mo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3" creationId="{ECD03B52-855E-47D8-B0AD-650B69F45C9E}"/>
          </ac:spMkLst>
        </pc:spChg>
        <pc:spChg chg="add del">
          <ac:chgData name="Adriatico, Dundee B." userId="a207e8a9-124e-439f-89fd-9ad351d7d04c" providerId="ADAL" clId="{1782D908-4124-408E-8E70-BD4D334214AB}" dt="2026-02-16T20:04:51.827" v="512" actId="26606"/>
          <ac:spMkLst>
            <pc:docMk/>
            <pc:sldMk cId="1615242098" sldId="288"/>
            <ac:spMk id="8" creationId="{907EF6B7-1338-4443-8C46-6A318D952DFD}"/>
          </ac:spMkLst>
        </pc:spChg>
        <pc:spChg chg="add del">
          <ac:chgData name="Adriatico, Dundee B." userId="a207e8a9-124e-439f-89fd-9ad351d7d04c" providerId="ADAL" clId="{1782D908-4124-408E-8E70-BD4D334214AB}" dt="2026-02-16T20:04:51.827" v="512" actId="26606"/>
          <ac:spMkLst>
            <pc:docMk/>
            <pc:sldMk cId="1615242098" sldId="288"/>
            <ac:spMk id="10" creationId="{DAAE4CDD-124C-4DCF-9584-B6033B545DD5}"/>
          </ac:spMkLst>
        </pc:spChg>
        <pc:spChg chg="add del">
          <ac:chgData name="Adriatico, Dundee B." userId="a207e8a9-124e-439f-89fd-9ad351d7d04c" providerId="ADAL" clId="{1782D908-4124-408E-8E70-BD4D334214AB}" dt="2026-02-16T20:04:51.827" v="512" actId="26606"/>
          <ac:spMkLst>
            <pc:docMk/>
            <pc:sldMk cId="1615242098" sldId="288"/>
            <ac:spMk id="12" creationId="{081E4A58-353D-44AE-B2FC-2A74E2E400F7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14" creationId="{CABBD4C1-E6F8-46F6-8152-A8A97490BF4D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15" creationId="{F837543A-6020-4505-A233-C9DB4BF74011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16" creationId="{83BA5EF5-1FE9-4BF9-83BB-269BCDDF6156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17" creationId="{35B16301-FB18-48BA-A6DD-C37CAF6F9A18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19" creationId="{C3C0D90E-074A-4F52-9B11-B52BEF4BCBE5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20" creationId="{88853921-7BC9-4BDE-ACAB-133C683C82D6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22" creationId="{09192968-3AE7-4470-A61C-97294BB92731}"/>
          </ac:spMkLst>
        </pc:spChg>
        <pc:spChg chg="add">
          <ac:chgData name="Adriatico, Dundee B." userId="a207e8a9-124e-439f-89fd-9ad351d7d04c" providerId="ADAL" clId="{1782D908-4124-408E-8E70-BD4D334214AB}" dt="2026-02-16T20:04:51.851" v="513" actId="26606"/>
          <ac:spMkLst>
            <pc:docMk/>
            <pc:sldMk cId="1615242098" sldId="288"/>
            <ac:spMk id="24" creationId="{3AB72E55-43E4-4356-BFE8-E2102CB0B505}"/>
          </ac:spMkLst>
        </pc:spChg>
      </pc:sldChg>
      <pc:sldChg chg="addSp delSp modSp add mod setBg">
        <pc:chgData name="Adriatico, Dundee B." userId="a207e8a9-124e-439f-89fd-9ad351d7d04c" providerId="ADAL" clId="{1782D908-4124-408E-8E70-BD4D334214AB}" dt="2026-02-16T22:54:44.101" v="580" actId="2711"/>
        <pc:sldMkLst>
          <pc:docMk/>
          <pc:sldMk cId="3815066959" sldId="289"/>
        </pc:sldMkLst>
        <pc:spChg chg="add mod">
          <ac:chgData name="Adriatico, Dundee B." userId="a207e8a9-124e-439f-89fd-9ad351d7d04c" providerId="ADAL" clId="{1782D908-4124-408E-8E70-BD4D334214AB}" dt="2026-02-16T22:54:44.101" v="580" actId="2711"/>
          <ac:spMkLst>
            <pc:docMk/>
            <pc:sldMk cId="3815066959" sldId="289"/>
            <ac:spMk id="2" creationId="{446876BA-2558-2FC9-D5BF-E29D2101EA6C}"/>
          </ac:spMkLst>
        </pc:spChg>
        <pc:spChg chg="del">
          <ac:chgData name="Adriatico, Dundee B." userId="a207e8a9-124e-439f-89fd-9ad351d7d04c" providerId="ADAL" clId="{1782D908-4124-408E-8E70-BD4D334214AB}" dt="2026-02-16T22:53:18.123" v="561" actId="478"/>
          <ac:spMkLst>
            <pc:docMk/>
            <pc:sldMk cId="3815066959" sldId="289"/>
            <ac:spMk id="3" creationId="{D8E1F142-5602-CC40-67B1-CFCC78224A46}"/>
          </ac:spMkLst>
        </pc:spChg>
        <pc:spChg chg="mod">
          <ac:chgData name="Adriatico, Dundee B." userId="a207e8a9-124e-439f-89fd-9ad351d7d04c" providerId="ADAL" clId="{1782D908-4124-408E-8E70-BD4D334214AB}" dt="2026-02-16T22:54:02.606" v="571" actId="1076"/>
          <ac:spMkLst>
            <pc:docMk/>
            <pc:sldMk cId="3815066959" sldId="289"/>
            <ac:spMk id="4" creationId="{18F4328B-3DB1-AD9F-8D8A-CBE1CB2933FF}"/>
          </ac:spMkLst>
        </pc:spChg>
        <pc:spChg chg="mod">
          <ac:chgData name="Adriatico, Dundee B." userId="a207e8a9-124e-439f-89fd-9ad351d7d04c" providerId="ADAL" clId="{1782D908-4124-408E-8E70-BD4D334214AB}" dt="2026-02-16T22:54:05.828" v="572" actId="1076"/>
          <ac:spMkLst>
            <pc:docMk/>
            <pc:sldMk cId="3815066959" sldId="289"/>
            <ac:spMk id="5" creationId="{E8242504-DD3B-86DC-57A5-08DE869E0599}"/>
          </ac:spMkLst>
        </pc:spChg>
        <pc:spChg chg="del">
          <ac:chgData name="Adriatico, Dundee B." userId="a207e8a9-124e-439f-89fd-9ad351d7d04c" providerId="ADAL" clId="{1782D908-4124-408E-8E70-BD4D334214AB}" dt="2026-02-16T22:53:25.543" v="564" actId="21"/>
          <ac:spMkLst>
            <pc:docMk/>
            <pc:sldMk cId="3815066959" sldId="289"/>
            <ac:spMk id="6" creationId="{446876BA-2558-2FC9-D5BF-E29D2101EA6C}"/>
          </ac:spMkLst>
        </pc:spChg>
        <pc:spChg chg="mod">
          <ac:chgData name="Adriatico, Dundee B." userId="a207e8a9-124e-439f-89fd-9ad351d7d04c" providerId="ADAL" clId="{1782D908-4124-408E-8E70-BD4D334214AB}" dt="2026-02-16T22:54:34.112" v="579" actId="403"/>
          <ac:spMkLst>
            <pc:docMk/>
            <pc:sldMk cId="3815066959" sldId="289"/>
            <ac:spMk id="7" creationId="{9DFC3C9F-31A2-EF76-6114-6C77CB3C908A}"/>
          </ac:spMkLst>
        </pc:spChg>
        <pc:spChg chg="del">
          <ac:chgData name="Adriatico, Dundee B." userId="a207e8a9-124e-439f-89fd-9ad351d7d04c" providerId="ADAL" clId="{1782D908-4124-408E-8E70-BD4D334214AB}" dt="2026-02-16T22:53:19.792" v="562" actId="478"/>
          <ac:spMkLst>
            <pc:docMk/>
            <pc:sldMk cId="3815066959" sldId="289"/>
            <ac:spMk id="8" creationId="{1359DFD9-1ACF-A26D-2D30-28CD9A52A015}"/>
          </ac:spMkLst>
        </pc:spChg>
        <pc:spChg chg="del">
          <ac:chgData name="Adriatico, Dundee B." userId="a207e8a9-124e-439f-89fd-9ad351d7d04c" providerId="ADAL" clId="{1782D908-4124-408E-8E70-BD4D334214AB}" dt="2026-02-16T22:53:21.017" v="563" actId="478"/>
          <ac:spMkLst>
            <pc:docMk/>
            <pc:sldMk cId="3815066959" sldId="289"/>
            <ac:spMk id="9" creationId="{AF69CA35-D36C-AF68-CAD1-8EAF00E6233B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12" creationId="{59EF30C2-29AC-4A0D-BC0A-A679CF113EDD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14" creationId="{9C682A1A-5B2D-4111-BBD6-620165633E5B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18" creationId="{A04F1504-431A-4D86-9091-AE7E4B33376B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20" creationId="{EA804283-B929-4503-802F-4585376E2B42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22" creationId="{AD3811F5-514E-49A4-B382-673ED228A4CC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24" creationId="{067AD921-1CEE-4C1B-9AA3-C66D908DDD14}"/>
          </ac:spMkLst>
        </pc:spChg>
        <pc:spChg chg="add">
          <ac:chgData name="Adriatico, Dundee B." userId="a207e8a9-124e-439f-89fd-9ad351d7d04c" providerId="ADAL" clId="{1782D908-4124-408E-8E70-BD4D334214AB}" dt="2026-02-16T22:53:44.402" v="565" actId="26606"/>
          <ac:spMkLst>
            <pc:docMk/>
            <pc:sldMk cId="3815066959" sldId="289"/>
            <ac:spMk id="26" creationId="{C36A08F5-3B56-47C5-A371-9187BE56E1E5}"/>
          </ac:spMkLst>
        </pc:spChg>
      </pc:sldChg>
    </pc:docChg>
  </pc:docChgLst>
</pc:chgInfo>
</file>

<file path=ppt/diagrams/colors1.xml><?xml version="1.0" encoding="utf-8"?>
<dgm:colorsDef xmlns:dgm="http://schemas.openxmlformats.org/drawingml/2006/diagram" xmlns:a="http://schemas.openxmlformats.org/drawingml/2006/main" uniqueId="urn:microsoft.com/office/officeart/2005/8/colors/accent1_2">
  <dgm:title val=""/>
  <dgm:desc val=""/>
  <dgm:catLst>
    <dgm:cat type="accent1" pri="11200"/>
  </dgm:catLst>
  <dgm:styleLbl name="node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lignNode1">
    <dgm:fillClrLst meth="repeat">
      <a:schemeClr val="accent1"/>
    </dgm:fillClrLst>
    <dgm:linClrLst meth="repeat">
      <a:schemeClr val="accent1"/>
    </dgm:linClrLst>
    <dgm:effectClrLst/>
    <dgm:txLinClrLst/>
    <dgm:txFillClrLst/>
    <dgm:txEffectClrLst/>
  </dgm:styleLbl>
  <dgm:styleLbl name="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lnNode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vennNode1">
    <dgm:fillClrLst meth="repeat">
      <a:schemeClr val="accent1">
        <a:alpha val="50000"/>
      </a:schemeClr>
    </dgm:fillClrLst>
    <dgm:linClrLst meth="repeat">
      <a:schemeClr val="lt1"/>
    </dgm:linClrLst>
    <dgm:effectClrLst/>
    <dgm:txLinClrLst/>
    <dgm:txFillClrLst/>
    <dgm:txEffectClrLst/>
  </dgm:styleLbl>
  <dgm:styleLbl name="node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node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f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align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bgImgPlace1">
    <dgm:fillClrLst meth="repeat">
      <a:schemeClr val="accent1">
        <a:tint val="50000"/>
      </a:schemeClr>
    </dgm:fillClrLst>
    <dgm:linClrLst meth="repeat">
      <a:schemeClr val="lt1"/>
    </dgm:linClrLst>
    <dgm:effectClrLst/>
    <dgm:txLinClrLst/>
    <dgm:txFillClrLst meth="repeat">
      <a:schemeClr val="lt1"/>
    </dgm:txFillClrLst>
    <dgm:txEffectClrLst/>
  </dgm:styleLbl>
  <dgm:styleLbl name="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f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bgSib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/>
    <dgm:txEffectClrLst/>
  </dgm:styleLbl>
  <dgm:styleLbl name="sibTrans1D1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tx1"/>
    </dgm:txFillClrLst>
    <dgm:txEffectClrLst/>
  </dgm:styleLbl>
  <dgm:styleLbl name="callout">
    <dgm:fillClrLst meth="repeat">
      <a:schemeClr val="accent1"/>
    </dgm:fillClrLst>
    <dgm:linClrLst meth="repeat">
      <a:schemeClr val="accent1">
        <a:tint val="50000"/>
      </a:schemeClr>
    </dgm:linClrLst>
    <dgm:effectClrLst/>
    <dgm:txLinClrLst/>
    <dgm:txFillClrLst meth="repeat">
      <a:schemeClr val="tx1"/>
    </dgm:txFillClrLst>
    <dgm:txEffectClrLst/>
  </dgm:styleLbl>
  <dgm:styleLbl name="asst0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1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2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3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asst4">
    <dgm:fillClrLst meth="repeat">
      <a:schemeClr val="accent1"/>
    </dgm:fillClrLst>
    <dgm:linClrLst meth="repeat">
      <a:schemeClr val="lt1"/>
    </dgm:linClrLst>
    <dgm:effectClrLst/>
    <dgm:txLinClrLst/>
    <dgm:txFillClrLst/>
    <dgm:txEffectClrLst/>
  </dgm:styleLbl>
  <dgm:styleLbl name="parChTrans2D1">
    <dgm:fillClrLst meth="repeat">
      <a:schemeClr val="accent1">
        <a:tint val="60000"/>
      </a:schemeClr>
    </dgm:fillClrLst>
    <dgm:linClrLst meth="repeat">
      <a:schemeClr val="accent1">
        <a:tint val="60000"/>
      </a:schemeClr>
    </dgm:linClrLst>
    <dgm:effectClrLst/>
    <dgm:txLinClrLst/>
    <dgm:txFillClrLst meth="repeat">
      <a:schemeClr val="lt1"/>
    </dgm:txFillClrLst>
    <dgm:txEffectClrLst/>
  </dgm:styleLbl>
  <dgm:styleLbl name="parChTrans2D2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3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2D4">
    <dgm:fillClrLst meth="repeat">
      <a:schemeClr val="accent1"/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parChTrans1D1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2">
    <dgm:fillClrLst meth="repeat">
      <a:schemeClr val="accent1"/>
    </dgm:fillClrLst>
    <dgm:linClrLst meth="repeat">
      <a:schemeClr val="accent1">
        <a:shade val="60000"/>
      </a:schemeClr>
    </dgm:linClrLst>
    <dgm:effectClrLst/>
    <dgm:txLinClrLst/>
    <dgm:txFillClrLst meth="repeat">
      <a:schemeClr val="tx1"/>
    </dgm:txFillClrLst>
    <dgm:txEffectClrLst/>
  </dgm:styleLbl>
  <dgm:styleLbl name="parChTrans1D3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parChTrans1D4">
    <dgm:fillClrLst meth="repeat">
      <a:schemeClr val="accent1"/>
    </dgm:fillClrLst>
    <dgm:linClrLst meth="repeat">
      <a:schemeClr val="accent1">
        <a:shade val="80000"/>
      </a:schemeClr>
    </dgm:linClrLst>
    <dgm:effectClrLst/>
    <dgm:txLinClrLst/>
    <dgm:txFillClrLst meth="repeat">
      <a:schemeClr val="tx1"/>
    </dgm:txFillClrLst>
    <dgm:txEffectClrLst/>
  </dgm:styleLbl>
  <dgm:styleLbl name="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conF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align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trAlignAcc1">
    <dgm:fillClrLst meth="repeat">
      <a:schemeClr val="lt1">
        <a:alpha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Acc1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F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Align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solidBgAcc1">
    <dgm:fillClrLst meth="repeat">
      <a:schemeClr val="lt1"/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align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bgAccFollowNode1">
    <dgm:fillClrLst meth="repeat">
      <a:schemeClr val="accent1">
        <a:alpha val="90000"/>
        <a:tint val="40000"/>
      </a:schemeClr>
    </dgm:fillClrLst>
    <dgm:linClrLst meth="repeat">
      <a:schemeClr val="accent1">
        <a:alpha val="90000"/>
        <a:tint val="40000"/>
      </a:schemeClr>
    </dgm:linClrLst>
    <dgm:effectClrLst/>
    <dgm:txLinClrLst/>
    <dgm:txFillClrLst meth="repeat">
      <a:schemeClr val="dk1"/>
    </dgm:txFillClrLst>
    <dgm:txEffectClrLst/>
  </dgm:styleLbl>
  <dgm:styleLbl name="fgAcc0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2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3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fgAcc4">
    <dgm:fillClrLst meth="repeat">
      <a:schemeClr val="lt1">
        <a:alpha val="9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bgShp">
    <dgm:fillClrLst meth="repeat">
      <a:schemeClr val="accent1">
        <a:tint val="40000"/>
      </a:schemeClr>
    </dgm:fillClrLst>
    <dgm:linClrLst meth="repeat">
      <a:schemeClr val="accent1"/>
    </dgm:linClrLst>
    <dgm:effectClrLst/>
    <dgm:txLinClrLst/>
    <dgm:txFillClrLst meth="repeat">
      <a:schemeClr val="dk1"/>
    </dgm:txFillClrLst>
    <dgm:txEffectClrLst/>
  </dgm:styleLbl>
  <dgm:styleLbl name="dkBgShp">
    <dgm:fillClrLst meth="repeat">
      <a:schemeClr val="accent1">
        <a:shade val="8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trBgShp">
    <dgm:fillClrLst meth="repeat">
      <a:schemeClr val="accent1">
        <a:tint val="50000"/>
        <a:alpha val="40000"/>
      </a:schemeClr>
    </dgm:fillClrLst>
    <dgm:linClrLst meth="repeat">
      <a:schemeClr val="accent1"/>
    </dgm:linClrLst>
    <dgm:effectClrLst/>
    <dgm:txLinClrLst/>
    <dgm:txFillClrLst meth="repeat">
      <a:schemeClr val="lt1"/>
    </dgm:txFillClrLst>
    <dgm:txEffectClrLst/>
  </dgm:styleLbl>
  <dgm:styleLbl name="fgShp">
    <dgm:fillClrLst meth="repeat">
      <a:schemeClr val="accent1">
        <a:tint val="60000"/>
      </a:schemeClr>
    </dgm:fillClrLst>
    <dgm:linClrLst meth="repeat">
      <a:schemeClr val="lt1"/>
    </dgm:linClrLst>
    <dgm:effectClrLst/>
    <dgm:txLinClrLst/>
    <dgm:txFillClrLst meth="repeat">
      <a:schemeClr val="dk1"/>
    </dgm:txFillClrLst>
    <dgm:txEffectClrLst/>
  </dgm:styleLbl>
  <dgm:styleLbl name="revTx">
    <dgm:fillClrLst meth="repeat">
      <a:schemeClr val="lt1">
        <a:alpha val="0"/>
      </a:schemeClr>
    </dgm:fillClrLst>
    <dgm:linClrLst meth="repeat">
      <a:schemeClr val="dk1">
        <a:alpha val="0"/>
      </a:schemeClr>
    </dgm:linClrLst>
    <dgm:effectClrLst/>
    <dgm:txLinClrLst/>
    <dgm:txFillClrLst meth="repeat">
      <a:schemeClr val="tx1"/>
    </dgm:txFillClrLst>
    <dgm:txEffectClrLst/>
  </dgm:styleLbl>
</dgm:colorsDef>
</file>

<file path=ppt/diagrams/data1.xml><?xml version="1.0" encoding="utf-8"?>
<dgm:dataModel xmlns:dgm="http://schemas.openxmlformats.org/drawingml/2006/diagram" xmlns:a="http://schemas.openxmlformats.org/drawingml/2006/main">
  <dgm:ptLst>
    <dgm:pt modelId="{8690DDF1-1131-42E9-83A6-A2D5E094938D}" type="doc">
      <dgm:prSet loTypeId="urn:microsoft.com/office/officeart/2005/8/layout/orgChart1" loCatId="hierarchy" qsTypeId="urn:microsoft.com/office/officeart/2005/8/quickstyle/simple1" qsCatId="simple" csTypeId="urn:microsoft.com/office/officeart/2005/8/colors/accent1_2" csCatId="accent1" phldr="1"/>
      <dgm:spPr/>
      <dgm:t>
        <a:bodyPr/>
        <a:lstStyle/>
        <a:p>
          <a:endParaRPr lang="en-CA"/>
        </a:p>
      </dgm:t>
    </dgm:pt>
    <dgm:pt modelId="{41B62280-8533-4735-A63F-E21F67C08C02}">
      <dgm:prSet phldrT="[Text]" phldr="0"/>
      <dgm:spPr>
        <a:solidFill>
          <a:schemeClr val="accent1">
            <a:lumMod val="75000"/>
          </a:schemeClr>
        </a:solidFill>
        <a:ln>
          <a:solidFill>
            <a:schemeClr val="accent1">
              <a:lumMod val="75000"/>
            </a:schemeClr>
          </a:solidFill>
        </a:ln>
      </dgm:spPr>
      <dgm:t>
        <a:bodyPr/>
        <a:lstStyle/>
        <a:p>
          <a:r>
            <a:rPr lang="en-US" dirty="0">
              <a:latin typeface="Aptos Display" panose="020B0004020202020204" pitchFamily="34" charset="0"/>
            </a:rPr>
            <a:t>View</a:t>
          </a:r>
          <a:endParaRPr lang="en-CA" dirty="0">
            <a:latin typeface="Aptos Display" panose="020B0004020202020204" pitchFamily="34" charset="0"/>
          </a:endParaRPr>
        </a:p>
      </dgm:t>
    </dgm:pt>
    <dgm:pt modelId="{AC5E7837-A6F2-4213-B461-94D3B241D324}" type="parTrans" cxnId="{D57AF095-CF53-4303-9C7F-65A6B9611E40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FC252E28-B5F6-46E4-9634-BAE31D712F57}" type="sibTrans" cxnId="{D57AF095-CF53-4303-9C7F-65A6B9611E40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477634E7-0EBD-4F7A-87A4-7EAB50141C3C}">
      <dgm:prSet phldrT="[Text]" phldr="0"/>
      <dgm:spPr/>
      <dgm:t>
        <a:bodyPr/>
        <a:lstStyle/>
        <a:p>
          <a:r>
            <a:rPr lang="en-US" dirty="0">
              <a:latin typeface="Aptos Display" panose="020B0004020202020204" pitchFamily="34" charset="0"/>
            </a:rPr>
            <a:t>TextView</a:t>
          </a:r>
          <a:endParaRPr lang="en-CA" dirty="0">
            <a:latin typeface="Aptos Display" panose="020B0004020202020204" pitchFamily="34" charset="0"/>
          </a:endParaRPr>
        </a:p>
      </dgm:t>
    </dgm:pt>
    <dgm:pt modelId="{BEABB790-F81A-479C-B391-DB057EBA03C8}" type="parTrans" cxnId="{8083EFEA-9560-44DB-B448-AEE8EBC09CD7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4EDBC5B7-5469-4A76-80C2-70E69F68589A}" type="sibTrans" cxnId="{8083EFEA-9560-44DB-B448-AEE8EBC09CD7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D4EF7992-9583-45D7-9099-0BD29574FB0F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Aptos Display" panose="020B0004020202020204" pitchFamily="34" charset="0"/>
            </a:rPr>
            <a:t>Text</a:t>
          </a:r>
          <a:endParaRPr lang="en-CA" dirty="0">
            <a:latin typeface="Aptos Display" panose="020B0004020202020204" pitchFamily="34" charset="0"/>
          </a:endParaRPr>
        </a:p>
      </dgm:t>
    </dgm:pt>
    <dgm:pt modelId="{FA52D73A-E40D-4037-82E4-EFA2D12C89C3}" type="parTrans" cxnId="{CE995D6C-F9EA-461A-9AD8-0762892E4E14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5944350F-4D13-4C14-93F3-D44AD5CE7D88}" type="sibTrans" cxnId="{CE995D6C-F9EA-461A-9AD8-0762892E4E14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8273F843-0BA3-40C2-B698-29A745740045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Aptos Display" panose="020B0004020202020204" pitchFamily="34" charset="0"/>
            </a:rPr>
            <a:t>Title</a:t>
          </a:r>
        </a:p>
      </dgm:t>
    </dgm:pt>
    <dgm:pt modelId="{0B00BC6D-FDFE-4540-9B83-6DB59F0132FD}" type="parTrans" cxnId="{ED45E2BB-7B60-4ECD-B722-BCBA2CB0EF7F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D383D78B-B4D9-4F3C-8DB6-2A832516D022}" type="sibTrans" cxnId="{ED45E2BB-7B60-4ECD-B722-BCBA2CB0EF7F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588C1447-2C1E-4BB1-B70D-6E19D2CAD441}">
      <dgm:prSet phldrT="[Text]" phldr="0"/>
      <dgm:spPr/>
      <dgm:t>
        <a:bodyPr/>
        <a:lstStyle/>
        <a:p>
          <a:r>
            <a:rPr lang="en-US" dirty="0">
              <a:latin typeface="Aptos Display" panose="020B0004020202020204" pitchFamily="34" charset="0"/>
            </a:rPr>
            <a:t>ImageView</a:t>
          </a:r>
          <a:endParaRPr lang="en-CA" dirty="0">
            <a:latin typeface="Aptos Display" panose="020B0004020202020204" pitchFamily="34" charset="0"/>
          </a:endParaRPr>
        </a:p>
      </dgm:t>
    </dgm:pt>
    <dgm:pt modelId="{8DCDC81A-1799-4D6E-8605-057D46F1F357}" type="parTrans" cxnId="{33CD8644-E7F1-4E87-8BD6-803EE56B2151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B841DE21-0B7D-4F17-B4A7-24568A691351}" type="sibTrans" cxnId="{33CD8644-E7F1-4E87-8BD6-803EE56B2151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D89F7AE8-BD84-4AB8-BB4F-72710A14BFF1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Aptos Display" panose="020B0004020202020204" pitchFamily="34" charset="0"/>
            </a:rPr>
            <a:t>Images</a:t>
          </a:r>
          <a:endParaRPr lang="en-CA" dirty="0">
            <a:latin typeface="Aptos Display" panose="020B0004020202020204" pitchFamily="34" charset="0"/>
          </a:endParaRPr>
        </a:p>
      </dgm:t>
    </dgm:pt>
    <dgm:pt modelId="{770AEBF6-59A6-4B82-9501-26470E329776}" type="parTrans" cxnId="{9257A129-ACC1-45CD-B25A-4003529DE289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2D64B8C1-FB4E-41A9-AC70-C0B15C661FA9}" type="sibTrans" cxnId="{9257A129-ACC1-45CD-B25A-4003529DE289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FCD5A7B2-B077-4C34-9C27-9A659399EA7D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Content</a:t>
          </a:r>
          <a:endParaRPr lang="en-US" dirty="0">
            <a:latin typeface="Aptos Display" panose="020B0004020202020204" pitchFamily="34" charset="0"/>
          </a:endParaRPr>
        </a:p>
      </dgm:t>
    </dgm:pt>
    <dgm:pt modelId="{BF543238-FD2E-4495-A73B-8D6E2CBC8E63}" type="parTrans" cxnId="{1DFC3C75-5D50-49DD-BB30-B42CA351A6FE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97000827-F19B-480B-B982-540E10DFD1D7}" type="sibTrans" cxnId="{1DFC3C75-5D50-49DD-BB30-B42CA351A6FE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FE38CDD9-4516-45B1-B2EE-A1B43A0E13B6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Instructions</a:t>
          </a:r>
          <a:endParaRPr lang="en-US" dirty="0">
            <a:latin typeface="Aptos Display" panose="020B0004020202020204" pitchFamily="34" charset="0"/>
          </a:endParaRPr>
        </a:p>
      </dgm:t>
    </dgm:pt>
    <dgm:pt modelId="{02ED5C2D-DE23-4D10-9F1A-18F71F83F9AF}" type="parTrans" cxnId="{7FA483F8-9F2A-4435-8707-DE35E6E426A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96898C06-F9C8-4533-A79A-8AA54B1D7C8F}" type="sibTrans" cxnId="{7FA483F8-9F2A-4435-8707-DE35E6E426A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5273A24D-9E0F-4244-AE13-7388EE7194CA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Pictures</a:t>
          </a:r>
          <a:endParaRPr lang="en-CA" dirty="0">
            <a:latin typeface="Aptos Display" panose="020B0004020202020204" pitchFamily="34" charset="0"/>
          </a:endParaRPr>
        </a:p>
      </dgm:t>
    </dgm:pt>
    <dgm:pt modelId="{F65AC47B-A1FB-428D-BC92-7A4ACCDCB1C8}" type="parTrans" cxnId="{3C2C6F74-0CC3-426E-BAD9-E4C8210B3A78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746E1629-BAFC-4784-894E-93FD4D07F942}" type="sibTrans" cxnId="{3C2C6F74-0CC3-426E-BAD9-E4C8210B3A78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4E3A48EB-794D-4E84-85FA-7D27627CEE28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Icons</a:t>
          </a:r>
          <a:endParaRPr lang="en-CA" dirty="0">
            <a:latin typeface="Aptos Display" panose="020B0004020202020204" pitchFamily="34" charset="0"/>
          </a:endParaRPr>
        </a:p>
      </dgm:t>
    </dgm:pt>
    <dgm:pt modelId="{D8D2EA7E-34DE-46F5-8B1F-99789475BB74}" type="parTrans" cxnId="{926B8794-D17C-457E-9119-C08072A9F504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24245005-CBBD-4560-8048-D1D9268B80E4}" type="sibTrans" cxnId="{926B8794-D17C-457E-9119-C08072A9F504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8E1CB4C3-00D7-4E5A-8E07-DEF124546DB9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Visual Prompts</a:t>
          </a:r>
          <a:endParaRPr lang="en-CA" dirty="0">
            <a:latin typeface="Aptos Display" panose="020B0004020202020204" pitchFamily="34" charset="0"/>
          </a:endParaRPr>
        </a:p>
      </dgm:t>
    </dgm:pt>
    <dgm:pt modelId="{E9CF320C-66AE-447B-BD2B-C8617F24A3C5}" type="parTrans" cxnId="{655FF0A6-0689-4F98-A32D-C02CFA006F0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AE845082-AA42-40E5-B607-2C4C09F5FBB3}" type="sibTrans" cxnId="{655FF0A6-0689-4F98-A32D-C02CFA006F0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EC9728E8-2169-4984-B731-B4B0516C3312}">
      <dgm:prSet phldrT="[Text]" phldr="0"/>
      <dgm:spPr/>
      <dgm:t>
        <a:bodyPr/>
        <a:lstStyle/>
        <a:p>
          <a:r>
            <a:rPr lang="en-US" dirty="0">
              <a:latin typeface="Aptos Display" panose="020B0004020202020204" pitchFamily="34" charset="0"/>
            </a:rPr>
            <a:t>Buttons</a:t>
          </a:r>
          <a:endParaRPr lang="en-CA" dirty="0">
            <a:latin typeface="Aptos Display" panose="020B0004020202020204" pitchFamily="34" charset="0"/>
          </a:endParaRPr>
        </a:p>
      </dgm:t>
    </dgm:pt>
    <dgm:pt modelId="{9BBA5F35-ACEB-47CC-A562-580C646E9EB0}" type="parTrans" cxnId="{A7F6C080-0408-4E54-8A60-2CC9B0B901EE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EE505762-B4F9-434E-986E-163C9CC2DE14}" type="sibTrans" cxnId="{A7F6C080-0408-4E54-8A60-2CC9B0B901EE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C68215E4-2EF6-4E88-9E1B-170CB86CC296}">
      <dgm:prSet phldrT="[Text]" phldr="0"/>
      <dgm:spPr/>
      <dgm:t>
        <a:bodyPr/>
        <a:lstStyle/>
        <a:p>
          <a:r>
            <a:rPr lang="en-US" dirty="0">
              <a:latin typeface="Aptos Display" panose="020B0004020202020204" pitchFamily="34" charset="0"/>
            </a:rPr>
            <a:t>EditText</a:t>
          </a:r>
          <a:endParaRPr lang="en-CA" dirty="0">
            <a:latin typeface="Aptos Display" panose="020B0004020202020204" pitchFamily="34" charset="0"/>
          </a:endParaRPr>
        </a:p>
      </dgm:t>
    </dgm:pt>
    <dgm:pt modelId="{41A40440-D124-4655-B435-8350B55C889F}" type="parTrans" cxnId="{481DC9CA-4A21-4344-8E0E-48F14D660459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9ADAB2C6-E704-44FD-B14B-9B3D518F5968}" type="sibTrans" cxnId="{481DC9CA-4A21-4344-8E0E-48F14D660459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B3B06F9F-76C7-481B-8EB5-FC88BA8E4370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Aptos Display" panose="020B0004020202020204" pitchFamily="34" charset="0"/>
            </a:rPr>
            <a:t>Input</a:t>
          </a:r>
          <a:endParaRPr lang="en-CA" dirty="0">
            <a:latin typeface="Aptos Display" panose="020B0004020202020204" pitchFamily="34" charset="0"/>
          </a:endParaRPr>
        </a:p>
      </dgm:t>
    </dgm:pt>
    <dgm:pt modelId="{394F749C-1B2B-4282-9859-EF261384B660}" type="parTrans" cxnId="{A1554362-1B4D-4A32-84F0-D3C3B162D301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9CC48EB4-B539-416B-ACFD-C9714D2981E6}" type="sibTrans" cxnId="{A1554362-1B4D-4A32-84F0-D3C3B162D301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389FD757-A867-442D-AE44-DE39D4E8F29C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Actions</a:t>
          </a:r>
          <a:endParaRPr lang="en-CA" dirty="0">
            <a:latin typeface="Aptos Display" panose="020B0004020202020204" pitchFamily="34" charset="0"/>
          </a:endParaRPr>
        </a:p>
      </dgm:t>
    </dgm:pt>
    <dgm:pt modelId="{DAF9BA48-3A55-49BB-AF3D-3598DDB03E67}" type="parTrans" cxnId="{7B8F2B44-AF84-41A9-9418-AC65DE660FD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E7BE346E-1FA1-4A88-A24B-840CD3B39383}" type="sibTrans" cxnId="{7B8F2B44-AF84-41A9-9418-AC65DE660FD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5706A430-1903-4AE3-8BA2-BD0E4DA03AC5}">
      <dgm:prSet phldrT="[Text]" phldr="0"/>
      <dgm:spPr/>
      <dgm:t>
        <a:bodyPr/>
        <a:lstStyle/>
        <a:p>
          <a:r>
            <a:rPr lang="en-US">
              <a:latin typeface="Aptos Display" panose="020B0004020202020204" pitchFamily="34" charset="0"/>
            </a:rPr>
            <a:t>ViewGroup</a:t>
          </a:r>
          <a:endParaRPr lang="en-CA" dirty="0">
            <a:latin typeface="Aptos Display" panose="020B0004020202020204" pitchFamily="34" charset="0"/>
          </a:endParaRPr>
        </a:p>
      </dgm:t>
    </dgm:pt>
    <dgm:pt modelId="{0F59A9F0-50B9-4E61-8249-1D8BDB009E4A}" type="parTrans" cxnId="{6D3351C0-8D57-49C2-9DF4-7F3339E48773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1CE067E3-2816-4E95-9B4B-F327565411BA}" type="sibTrans" cxnId="{6D3351C0-8D57-49C2-9DF4-7F3339E48773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35A78E97-D6CA-4F75-9484-0E8E6CADFDE0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>
              <a:latin typeface="Aptos Display" panose="020B0004020202020204" pitchFamily="34" charset="0"/>
            </a:rPr>
            <a:t>Linear Layout</a:t>
          </a:r>
          <a:endParaRPr lang="en-CA" dirty="0">
            <a:latin typeface="Aptos Display" panose="020B0004020202020204" pitchFamily="34" charset="0"/>
          </a:endParaRPr>
        </a:p>
      </dgm:t>
    </dgm:pt>
    <dgm:pt modelId="{47B67CA9-4EF7-4E9D-8B82-9A7F0C64EC5D}" type="parTrans" cxnId="{B1A06802-853C-46B6-8039-5D1BACC98FA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60A47372-5310-4A49-8710-E35A5D463428}" type="sibTrans" cxnId="{B1A06802-853C-46B6-8039-5D1BACC98FA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A739B809-7190-4D79-B9F5-F5615235C3B5}">
      <dgm:prSet phldrT="[Text]" phldr="0"/>
      <dgm:spPr>
        <a:solidFill>
          <a:schemeClr val="accent5">
            <a:lumMod val="60000"/>
            <a:lumOff val="40000"/>
          </a:schemeClr>
        </a:solidFill>
      </dgm:spPr>
      <dgm:t>
        <a:bodyPr/>
        <a:lstStyle/>
        <a:p>
          <a:r>
            <a:rPr lang="en-US" dirty="0">
              <a:latin typeface="Aptos Display" panose="020B0004020202020204" pitchFamily="34" charset="0"/>
            </a:rPr>
            <a:t>Frame Layout</a:t>
          </a:r>
          <a:endParaRPr lang="en-CA" dirty="0">
            <a:latin typeface="Aptos Display" panose="020B0004020202020204" pitchFamily="34" charset="0"/>
          </a:endParaRPr>
        </a:p>
      </dgm:t>
    </dgm:pt>
    <dgm:pt modelId="{51C6D30B-F421-4877-8E79-CA514A34E5C7}" type="parTrans" cxnId="{7BC01C58-7967-4D3F-93D7-B7B16C69A40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CACC6021-0C83-4504-9129-3EB27544BF22}" type="sibTrans" cxnId="{7BC01C58-7967-4D3F-93D7-B7B16C69A406}">
      <dgm:prSet/>
      <dgm:spPr/>
      <dgm:t>
        <a:bodyPr/>
        <a:lstStyle/>
        <a:p>
          <a:endParaRPr lang="en-CA">
            <a:latin typeface="Aptos Display" panose="020B0004020202020204" pitchFamily="34" charset="0"/>
          </a:endParaRPr>
        </a:p>
      </dgm:t>
    </dgm:pt>
    <dgm:pt modelId="{5DACDB8E-5B0B-4495-88EA-CA5059F2F855}" type="pres">
      <dgm:prSet presAssocID="{8690DDF1-1131-42E9-83A6-A2D5E094938D}" presName="hierChild1" presStyleCnt="0">
        <dgm:presLayoutVars>
          <dgm:orgChart val="1"/>
          <dgm:chPref val="1"/>
          <dgm:dir/>
          <dgm:animOne val="branch"/>
          <dgm:animLvl val="lvl"/>
          <dgm:resizeHandles/>
        </dgm:presLayoutVars>
      </dgm:prSet>
      <dgm:spPr/>
    </dgm:pt>
    <dgm:pt modelId="{01992C34-A2E2-434E-93E2-8A26685840E5}" type="pres">
      <dgm:prSet presAssocID="{41B62280-8533-4735-A63F-E21F67C08C02}" presName="hierRoot1" presStyleCnt="0">
        <dgm:presLayoutVars>
          <dgm:hierBranch val="init"/>
        </dgm:presLayoutVars>
      </dgm:prSet>
      <dgm:spPr/>
    </dgm:pt>
    <dgm:pt modelId="{8F7D5505-0AF5-4D6A-ABAD-22207C9700CA}" type="pres">
      <dgm:prSet presAssocID="{41B62280-8533-4735-A63F-E21F67C08C02}" presName="rootComposite1" presStyleCnt="0"/>
      <dgm:spPr/>
    </dgm:pt>
    <dgm:pt modelId="{36EB5CEB-11EC-4711-A1F2-54EDF572BB14}" type="pres">
      <dgm:prSet presAssocID="{41B62280-8533-4735-A63F-E21F67C08C02}" presName="rootText1" presStyleLbl="node0" presStyleIdx="0" presStyleCnt="1">
        <dgm:presLayoutVars>
          <dgm:chPref val="3"/>
        </dgm:presLayoutVars>
      </dgm:prSet>
      <dgm:spPr/>
    </dgm:pt>
    <dgm:pt modelId="{86490674-47F5-4DAF-8E1A-6F19308C413C}" type="pres">
      <dgm:prSet presAssocID="{41B62280-8533-4735-A63F-E21F67C08C02}" presName="rootConnector1" presStyleLbl="node1" presStyleIdx="0" presStyleCnt="0"/>
      <dgm:spPr/>
    </dgm:pt>
    <dgm:pt modelId="{EB12497C-902B-4D32-BE82-475F2D41F3C2}" type="pres">
      <dgm:prSet presAssocID="{41B62280-8533-4735-A63F-E21F67C08C02}" presName="hierChild2" presStyleCnt="0"/>
      <dgm:spPr/>
    </dgm:pt>
    <dgm:pt modelId="{09C12934-D59F-427A-AAFB-835209D7178B}" type="pres">
      <dgm:prSet presAssocID="{BEABB790-F81A-479C-B391-DB057EBA03C8}" presName="Name37" presStyleLbl="parChTrans1D2" presStyleIdx="0" presStyleCnt="5"/>
      <dgm:spPr/>
    </dgm:pt>
    <dgm:pt modelId="{819E8669-E583-441D-B718-10E046DF0848}" type="pres">
      <dgm:prSet presAssocID="{477634E7-0EBD-4F7A-87A4-7EAB50141C3C}" presName="hierRoot2" presStyleCnt="0">
        <dgm:presLayoutVars>
          <dgm:hierBranch val="init"/>
        </dgm:presLayoutVars>
      </dgm:prSet>
      <dgm:spPr/>
    </dgm:pt>
    <dgm:pt modelId="{0CE12A49-AE95-45CE-8AE6-9B93B8D65B1C}" type="pres">
      <dgm:prSet presAssocID="{477634E7-0EBD-4F7A-87A4-7EAB50141C3C}" presName="rootComposite" presStyleCnt="0"/>
      <dgm:spPr/>
    </dgm:pt>
    <dgm:pt modelId="{BD4034E8-B63A-47BA-8E33-D928883CAC8B}" type="pres">
      <dgm:prSet presAssocID="{477634E7-0EBD-4F7A-87A4-7EAB50141C3C}" presName="rootText" presStyleLbl="node2" presStyleIdx="0" presStyleCnt="5">
        <dgm:presLayoutVars>
          <dgm:chPref val="3"/>
        </dgm:presLayoutVars>
      </dgm:prSet>
      <dgm:spPr/>
    </dgm:pt>
    <dgm:pt modelId="{D5FD5846-335E-47D7-87AE-A5499EB1CEDA}" type="pres">
      <dgm:prSet presAssocID="{477634E7-0EBD-4F7A-87A4-7EAB50141C3C}" presName="rootConnector" presStyleLbl="node2" presStyleIdx="0" presStyleCnt="5"/>
      <dgm:spPr/>
    </dgm:pt>
    <dgm:pt modelId="{212B11E1-0646-4756-B6AD-D9EA0BE93252}" type="pres">
      <dgm:prSet presAssocID="{477634E7-0EBD-4F7A-87A4-7EAB50141C3C}" presName="hierChild4" presStyleCnt="0"/>
      <dgm:spPr/>
    </dgm:pt>
    <dgm:pt modelId="{D2333FCF-58CF-4BFB-9ECF-E5CA50F9194B}" type="pres">
      <dgm:prSet presAssocID="{FA52D73A-E40D-4037-82E4-EFA2D12C89C3}" presName="Name37" presStyleLbl="parChTrans1D3" presStyleIdx="0" presStyleCnt="12"/>
      <dgm:spPr/>
    </dgm:pt>
    <dgm:pt modelId="{B8D2E5B4-BA25-4565-90F5-B6BAE058AEA9}" type="pres">
      <dgm:prSet presAssocID="{D4EF7992-9583-45D7-9099-0BD29574FB0F}" presName="hierRoot2" presStyleCnt="0">
        <dgm:presLayoutVars>
          <dgm:hierBranch val="init"/>
        </dgm:presLayoutVars>
      </dgm:prSet>
      <dgm:spPr/>
    </dgm:pt>
    <dgm:pt modelId="{FFFF075B-0FC9-4C6D-B031-3814D2A8B7A9}" type="pres">
      <dgm:prSet presAssocID="{D4EF7992-9583-45D7-9099-0BD29574FB0F}" presName="rootComposite" presStyleCnt="0"/>
      <dgm:spPr/>
    </dgm:pt>
    <dgm:pt modelId="{4C08FD48-E45C-4024-B2DB-B24C12995215}" type="pres">
      <dgm:prSet presAssocID="{D4EF7992-9583-45D7-9099-0BD29574FB0F}" presName="rootText" presStyleLbl="node3" presStyleIdx="0" presStyleCnt="12">
        <dgm:presLayoutVars>
          <dgm:chPref val="3"/>
        </dgm:presLayoutVars>
      </dgm:prSet>
      <dgm:spPr/>
    </dgm:pt>
    <dgm:pt modelId="{5599541E-5EDC-48DD-BBA8-825FC7A47A85}" type="pres">
      <dgm:prSet presAssocID="{D4EF7992-9583-45D7-9099-0BD29574FB0F}" presName="rootConnector" presStyleLbl="node3" presStyleIdx="0" presStyleCnt="12"/>
      <dgm:spPr/>
    </dgm:pt>
    <dgm:pt modelId="{636A74CA-F114-4441-9755-4A638D7DD0CE}" type="pres">
      <dgm:prSet presAssocID="{D4EF7992-9583-45D7-9099-0BD29574FB0F}" presName="hierChild4" presStyleCnt="0"/>
      <dgm:spPr/>
    </dgm:pt>
    <dgm:pt modelId="{03F685C3-8E57-4736-A60F-2D9C60A27B8E}" type="pres">
      <dgm:prSet presAssocID="{D4EF7992-9583-45D7-9099-0BD29574FB0F}" presName="hierChild5" presStyleCnt="0"/>
      <dgm:spPr/>
    </dgm:pt>
    <dgm:pt modelId="{7F173DAB-878E-4147-B974-AD98372ACB2B}" type="pres">
      <dgm:prSet presAssocID="{0B00BC6D-FDFE-4540-9B83-6DB59F0132FD}" presName="Name37" presStyleLbl="parChTrans1D3" presStyleIdx="1" presStyleCnt="12"/>
      <dgm:spPr/>
    </dgm:pt>
    <dgm:pt modelId="{4343D8BD-0C75-4A0D-9003-0A0A742413A5}" type="pres">
      <dgm:prSet presAssocID="{8273F843-0BA3-40C2-B698-29A745740045}" presName="hierRoot2" presStyleCnt="0">
        <dgm:presLayoutVars>
          <dgm:hierBranch val="init"/>
        </dgm:presLayoutVars>
      </dgm:prSet>
      <dgm:spPr/>
    </dgm:pt>
    <dgm:pt modelId="{1D6AA6C1-232E-4A0E-AD5C-92D22EAF3834}" type="pres">
      <dgm:prSet presAssocID="{8273F843-0BA3-40C2-B698-29A745740045}" presName="rootComposite" presStyleCnt="0"/>
      <dgm:spPr/>
    </dgm:pt>
    <dgm:pt modelId="{FA699831-F598-47A4-8DC4-011C2DEB4AB2}" type="pres">
      <dgm:prSet presAssocID="{8273F843-0BA3-40C2-B698-29A745740045}" presName="rootText" presStyleLbl="node3" presStyleIdx="1" presStyleCnt="12">
        <dgm:presLayoutVars>
          <dgm:chPref val="3"/>
        </dgm:presLayoutVars>
      </dgm:prSet>
      <dgm:spPr/>
    </dgm:pt>
    <dgm:pt modelId="{67B4273D-2451-4EE3-94D7-051B64250C41}" type="pres">
      <dgm:prSet presAssocID="{8273F843-0BA3-40C2-B698-29A745740045}" presName="rootConnector" presStyleLbl="node3" presStyleIdx="1" presStyleCnt="12"/>
      <dgm:spPr/>
    </dgm:pt>
    <dgm:pt modelId="{905B19D9-ECD4-471C-A6E9-C383A8C25D78}" type="pres">
      <dgm:prSet presAssocID="{8273F843-0BA3-40C2-B698-29A745740045}" presName="hierChild4" presStyleCnt="0"/>
      <dgm:spPr/>
    </dgm:pt>
    <dgm:pt modelId="{8218FC24-8669-42BD-B816-4D3DD034162D}" type="pres">
      <dgm:prSet presAssocID="{8273F843-0BA3-40C2-B698-29A745740045}" presName="hierChild5" presStyleCnt="0"/>
      <dgm:spPr/>
    </dgm:pt>
    <dgm:pt modelId="{9009D71A-FAE3-41F9-9CD6-FAC0A0AB3095}" type="pres">
      <dgm:prSet presAssocID="{BF543238-FD2E-4495-A73B-8D6E2CBC8E63}" presName="Name37" presStyleLbl="parChTrans1D3" presStyleIdx="2" presStyleCnt="12"/>
      <dgm:spPr/>
    </dgm:pt>
    <dgm:pt modelId="{ADE95828-E57A-4B1D-94A7-B5B434018C36}" type="pres">
      <dgm:prSet presAssocID="{FCD5A7B2-B077-4C34-9C27-9A659399EA7D}" presName="hierRoot2" presStyleCnt="0">
        <dgm:presLayoutVars>
          <dgm:hierBranch val="init"/>
        </dgm:presLayoutVars>
      </dgm:prSet>
      <dgm:spPr/>
    </dgm:pt>
    <dgm:pt modelId="{C1E0B314-A03C-443C-AD46-3E69003C5C1A}" type="pres">
      <dgm:prSet presAssocID="{FCD5A7B2-B077-4C34-9C27-9A659399EA7D}" presName="rootComposite" presStyleCnt="0"/>
      <dgm:spPr/>
    </dgm:pt>
    <dgm:pt modelId="{6A616F8D-408D-4570-945E-664C0A41FB9F}" type="pres">
      <dgm:prSet presAssocID="{FCD5A7B2-B077-4C34-9C27-9A659399EA7D}" presName="rootText" presStyleLbl="node3" presStyleIdx="2" presStyleCnt="12">
        <dgm:presLayoutVars>
          <dgm:chPref val="3"/>
        </dgm:presLayoutVars>
      </dgm:prSet>
      <dgm:spPr/>
    </dgm:pt>
    <dgm:pt modelId="{32903F15-98EC-46DB-BC71-69B80DA8BF48}" type="pres">
      <dgm:prSet presAssocID="{FCD5A7B2-B077-4C34-9C27-9A659399EA7D}" presName="rootConnector" presStyleLbl="node3" presStyleIdx="2" presStyleCnt="12"/>
      <dgm:spPr/>
    </dgm:pt>
    <dgm:pt modelId="{3EF47921-F48E-4E97-A290-616FA7FBAE15}" type="pres">
      <dgm:prSet presAssocID="{FCD5A7B2-B077-4C34-9C27-9A659399EA7D}" presName="hierChild4" presStyleCnt="0"/>
      <dgm:spPr/>
    </dgm:pt>
    <dgm:pt modelId="{852131F8-97F4-44E2-AFFC-1715D3579B1B}" type="pres">
      <dgm:prSet presAssocID="{FCD5A7B2-B077-4C34-9C27-9A659399EA7D}" presName="hierChild5" presStyleCnt="0"/>
      <dgm:spPr/>
    </dgm:pt>
    <dgm:pt modelId="{840E97C3-F5ED-4186-AE31-A9B0134F20BD}" type="pres">
      <dgm:prSet presAssocID="{02ED5C2D-DE23-4D10-9F1A-18F71F83F9AF}" presName="Name37" presStyleLbl="parChTrans1D3" presStyleIdx="3" presStyleCnt="12"/>
      <dgm:spPr/>
    </dgm:pt>
    <dgm:pt modelId="{E1AE2010-A38B-44A1-AE5B-B9DC832A5C90}" type="pres">
      <dgm:prSet presAssocID="{FE38CDD9-4516-45B1-B2EE-A1B43A0E13B6}" presName="hierRoot2" presStyleCnt="0">
        <dgm:presLayoutVars>
          <dgm:hierBranch val="init"/>
        </dgm:presLayoutVars>
      </dgm:prSet>
      <dgm:spPr/>
    </dgm:pt>
    <dgm:pt modelId="{1879AEB4-7FE1-40B6-AC2D-D2AEF0DB6490}" type="pres">
      <dgm:prSet presAssocID="{FE38CDD9-4516-45B1-B2EE-A1B43A0E13B6}" presName="rootComposite" presStyleCnt="0"/>
      <dgm:spPr/>
    </dgm:pt>
    <dgm:pt modelId="{8C1357D0-4674-4891-8B89-AA8DE6F95E88}" type="pres">
      <dgm:prSet presAssocID="{FE38CDD9-4516-45B1-B2EE-A1B43A0E13B6}" presName="rootText" presStyleLbl="node3" presStyleIdx="3" presStyleCnt="12">
        <dgm:presLayoutVars>
          <dgm:chPref val="3"/>
        </dgm:presLayoutVars>
      </dgm:prSet>
      <dgm:spPr/>
    </dgm:pt>
    <dgm:pt modelId="{5DB2974A-8657-4169-8BF8-77348BC9E0BB}" type="pres">
      <dgm:prSet presAssocID="{FE38CDD9-4516-45B1-B2EE-A1B43A0E13B6}" presName="rootConnector" presStyleLbl="node3" presStyleIdx="3" presStyleCnt="12"/>
      <dgm:spPr/>
    </dgm:pt>
    <dgm:pt modelId="{FF994B61-95A7-469F-90E7-B3FD37989870}" type="pres">
      <dgm:prSet presAssocID="{FE38CDD9-4516-45B1-B2EE-A1B43A0E13B6}" presName="hierChild4" presStyleCnt="0"/>
      <dgm:spPr/>
    </dgm:pt>
    <dgm:pt modelId="{13469E21-CDFB-44E7-A877-E06E170E2D5A}" type="pres">
      <dgm:prSet presAssocID="{FE38CDD9-4516-45B1-B2EE-A1B43A0E13B6}" presName="hierChild5" presStyleCnt="0"/>
      <dgm:spPr/>
    </dgm:pt>
    <dgm:pt modelId="{6E0D8F53-ABA2-4DBA-9242-775A4E2879E0}" type="pres">
      <dgm:prSet presAssocID="{477634E7-0EBD-4F7A-87A4-7EAB50141C3C}" presName="hierChild5" presStyleCnt="0"/>
      <dgm:spPr/>
    </dgm:pt>
    <dgm:pt modelId="{3F554C0A-D8D1-4419-8E4E-9C0F263C7534}" type="pres">
      <dgm:prSet presAssocID="{8DCDC81A-1799-4D6E-8605-057D46F1F357}" presName="Name37" presStyleLbl="parChTrans1D2" presStyleIdx="1" presStyleCnt="5"/>
      <dgm:spPr/>
    </dgm:pt>
    <dgm:pt modelId="{393935CF-1F8D-4171-BF92-02C13B925694}" type="pres">
      <dgm:prSet presAssocID="{588C1447-2C1E-4BB1-B70D-6E19D2CAD441}" presName="hierRoot2" presStyleCnt="0">
        <dgm:presLayoutVars>
          <dgm:hierBranch val="init"/>
        </dgm:presLayoutVars>
      </dgm:prSet>
      <dgm:spPr/>
    </dgm:pt>
    <dgm:pt modelId="{9669472C-7D5C-4FFD-B3CA-6924A793FE2F}" type="pres">
      <dgm:prSet presAssocID="{588C1447-2C1E-4BB1-B70D-6E19D2CAD441}" presName="rootComposite" presStyleCnt="0"/>
      <dgm:spPr/>
    </dgm:pt>
    <dgm:pt modelId="{3EA04768-07CF-4F77-B1EB-A8511C08B997}" type="pres">
      <dgm:prSet presAssocID="{588C1447-2C1E-4BB1-B70D-6E19D2CAD441}" presName="rootText" presStyleLbl="node2" presStyleIdx="1" presStyleCnt="5">
        <dgm:presLayoutVars>
          <dgm:chPref val="3"/>
        </dgm:presLayoutVars>
      </dgm:prSet>
      <dgm:spPr/>
    </dgm:pt>
    <dgm:pt modelId="{1B0CE1CE-D82D-4485-83D5-7AC3BA40AC1A}" type="pres">
      <dgm:prSet presAssocID="{588C1447-2C1E-4BB1-B70D-6E19D2CAD441}" presName="rootConnector" presStyleLbl="node2" presStyleIdx="1" presStyleCnt="5"/>
      <dgm:spPr/>
    </dgm:pt>
    <dgm:pt modelId="{DBFEE3FC-1321-473A-ABB6-8E180CDCEB84}" type="pres">
      <dgm:prSet presAssocID="{588C1447-2C1E-4BB1-B70D-6E19D2CAD441}" presName="hierChild4" presStyleCnt="0"/>
      <dgm:spPr/>
    </dgm:pt>
    <dgm:pt modelId="{5F898A4A-51B9-4311-82DF-F6D8478F6147}" type="pres">
      <dgm:prSet presAssocID="{770AEBF6-59A6-4B82-9501-26470E329776}" presName="Name37" presStyleLbl="parChTrans1D3" presStyleIdx="4" presStyleCnt="12"/>
      <dgm:spPr/>
    </dgm:pt>
    <dgm:pt modelId="{AACF48B7-0D5A-4B7B-98A5-52ED04198AB3}" type="pres">
      <dgm:prSet presAssocID="{D89F7AE8-BD84-4AB8-BB4F-72710A14BFF1}" presName="hierRoot2" presStyleCnt="0">
        <dgm:presLayoutVars>
          <dgm:hierBranch val="init"/>
        </dgm:presLayoutVars>
      </dgm:prSet>
      <dgm:spPr/>
    </dgm:pt>
    <dgm:pt modelId="{B4593A83-1724-443D-B472-F6EF7BAC7960}" type="pres">
      <dgm:prSet presAssocID="{D89F7AE8-BD84-4AB8-BB4F-72710A14BFF1}" presName="rootComposite" presStyleCnt="0"/>
      <dgm:spPr/>
    </dgm:pt>
    <dgm:pt modelId="{7E1B21EE-F388-460F-8BFE-DF9612437A21}" type="pres">
      <dgm:prSet presAssocID="{D89F7AE8-BD84-4AB8-BB4F-72710A14BFF1}" presName="rootText" presStyleLbl="node3" presStyleIdx="4" presStyleCnt="12">
        <dgm:presLayoutVars>
          <dgm:chPref val="3"/>
        </dgm:presLayoutVars>
      </dgm:prSet>
      <dgm:spPr/>
    </dgm:pt>
    <dgm:pt modelId="{41CFF197-6CFB-40AC-9826-38F642F7E399}" type="pres">
      <dgm:prSet presAssocID="{D89F7AE8-BD84-4AB8-BB4F-72710A14BFF1}" presName="rootConnector" presStyleLbl="node3" presStyleIdx="4" presStyleCnt="12"/>
      <dgm:spPr/>
    </dgm:pt>
    <dgm:pt modelId="{DA7EE10A-3FF1-4863-ABC9-29FB4167BF9C}" type="pres">
      <dgm:prSet presAssocID="{D89F7AE8-BD84-4AB8-BB4F-72710A14BFF1}" presName="hierChild4" presStyleCnt="0"/>
      <dgm:spPr/>
    </dgm:pt>
    <dgm:pt modelId="{2C4028EF-D8FE-4581-8F7B-BA6F4916BECA}" type="pres">
      <dgm:prSet presAssocID="{D89F7AE8-BD84-4AB8-BB4F-72710A14BFF1}" presName="hierChild5" presStyleCnt="0"/>
      <dgm:spPr/>
    </dgm:pt>
    <dgm:pt modelId="{97ED9121-F2D4-49FB-8237-98E7C432EA8C}" type="pres">
      <dgm:prSet presAssocID="{F65AC47B-A1FB-428D-BC92-7A4ACCDCB1C8}" presName="Name37" presStyleLbl="parChTrans1D3" presStyleIdx="5" presStyleCnt="12"/>
      <dgm:spPr/>
    </dgm:pt>
    <dgm:pt modelId="{7B9E4DFF-4FB2-4D25-A96C-F2CE78CCF7E2}" type="pres">
      <dgm:prSet presAssocID="{5273A24D-9E0F-4244-AE13-7388EE7194CA}" presName="hierRoot2" presStyleCnt="0">
        <dgm:presLayoutVars>
          <dgm:hierBranch val="init"/>
        </dgm:presLayoutVars>
      </dgm:prSet>
      <dgm:spPr/>
    </dgm:pt>
    <dgm:pt modelId="{006F0661-C249-4ABA-B16B-A69AC1015A4A}" type="pres">
      <dgm:prSet presAssocID="{5273A24D-9E0F-4244-AE13-7388EE7194CA}" presName="rootComposite" presStyleCnt="0"/>
      <dgm:spPr/>
    </dgm:pt>
    <dgm:pt modelId="{CE8216D4-6A58-46BC-B9ED-7A13BA4151ED}" type="pres">
      <dgm:prSet presAssocID="{5273A24D-9E0F-4244-AE13-7388EE7194CA}" presName="rootText" presStyleLbl="node3" presStyleIdx="5" presStyleCnt="12">
        <dgm:presLayoutVars>
          <dgm:chPref val="3"/>
        </dgm:presLayoutVars>
      </dgm:prSet>
      <dgm:spPr/>
    </dgm:pt>
    <dgm:pt modelId="{3D7BAD5B-9E1B-47D3-B75F-31842D7DC0A5}" type="pres">
      <dgm:prSet presAssocID="{5273A24D-9E0F-4244-AE13-7388EE7194CA}" presName="rootConnector" presStyleLbl="node3" presStyleIdx="5" presStyleCnt="12"/>
      <dgm:spPr/>
    </dgm:pt>
    <dgm:pt modelId="{0FC2A05D-83C9-41C1-9139-C87D94F4D0BF}" type="pres">
      <dgm:prSet presAssocID="{5273A24D-9E0F-4244-AE13-7388EE7194CA}" presName="hierChild4" presStyleCnt="0"/>
      <dgm:spPr/>
    </dgm:pt>
    <dgm:pt modelId="{4FCC1A50-5CB9-4D5F-A3D1-C9E204A2D1A8}" type="pres">
      <dgm:prSet presAssocID="{5273A24D-9E0F-4244-AE13-7388EE7194CA}" presName="hierChild5" presStyleCnt="0"/>
      <dgm:spPr/>
    </dgm:pt>
    <dgm:pt modelId="{C381E696-B87C-4E83-93A8-7CCFF3B5F532}" type="pres">
      <dgm:prSet presAssocID="{D8D2EA7E-34DE-46F5-8B1F-99789475BB74}" presName="Name37" presStyleLbl="parChTrans1D3" presStyleIdx="6" presStyleCnt="12"/>
      <dgm:spPr/>
    </dgm:pt>
    <dgm:pt modelId="{94D2F12A-719D-44FD-A3DE-3F0DC126F0C1}" type="pres">
      <dgm:prSet presAssocID="{4E3A48EB-794D-4E84-85FA-7D27627CEE28}" presName="hierRoot2" presStyleCnt="0">
        <dgm:presLayoutVars>
          <dgm:hierBranch val="init"/>
        </dgm:presLayoutVars>
      </dgm:prSet>
      <dgm:spPr/>
    </dgm:pt>
    <dgm:pt modelId="{FF01CCE5-5E2E-4871-8EE2-966D3D442572}" type="pres">
      <dgm:prSet presAssocID="{4E3A48EB-794D-4E84-85FA-7D27627CEE28}" presName="rootComposite" presStyleCnt="0"/>
      <dgm:spPr/>
    </dgm:pt>
    <dgm:pt modelId="{A9268A67-E06E-455D-955E-56FEEE3916BB}" type="pres">
      <dgm:prSet presAssocID="{4E3A48EB-794D-4E84-85FA-7D27627CEE28}" presName="rootText" presStyleLbl="node3" presStyleIdx="6" presStyleCnt="12">
        <dgm:presLayoutVars>
          <dgm:chPref val="3"/>
        </dgm:presLayoutVars>
      </dgm:prSet>
      <dgm:spPr/>
    </dgm:pt>
    <dgm:pt modelId="{E2180ECA-2A37-47E0-9EDD-1C8D11D80273}" type="pres">
      <dgm:prSet presAssocID="{4E3A48EB-794D-4E84-85FA-7D27627CEE28}" presName="rootConnector" presStyleLbl="node3" presStyleIdx="6" presStyleCnt="12"/>
      <dgm:spPr/>
    </dgm:pt>
    <dgm:pt modelId="{1218A21C-E1EE-4DC5-9FB6-7AC3BE2398C5}" type="pres">
      <dgm:prSet presAssocID="{4E3A48EB-794D-4E84-85FA-7D27627CEE28}" presName="hierChild4" presStyleCnt="0"/>
      <dgm:spPr/>
    </dgm:pt>
    <dgm:pt modelId="{C8D19F8D-8644-48FA-9556-2404126F8893}" type="pres">
      <dgm:prSet presAssocID="{4E3A48EB-794D-4E84-85FA-7D27627CEE28}" presName="hierChild5" presStyleCnt="0"/>
      <dgm:spPr/>
    </dgm:pt>
    <dgm:pt modelId="{0FEA1E65-B054-4B26-B030-B3A63026E2B5}" type="pres">
      <dgm:prSet presAssocID="{E9CF320C-66AE-447B-BD2B-C8617F24A3C5}" presName="Name37" presStyleLbl="parChTrans1D3" presStyleIdx="7" presStyleCnt="12"/>
      <dgm:spPr/>
    </dgm:pt>
    <dgm:pt modelId="{A583E54B-FEDD-43E1-8193-9756ED2AC7F3}" type="pres">
      <dgm:prSet presAssocID="{8E1CB4C3-00D7-4E5A-8E07-DEF124546DB9}" presName="hierRoot2" presStyleCnt="0">
        <dgm:presLayoutVars>
          <dgm:hierBranch val="init"/>
        </dgm:presLayoutVars>
      </dgm:prSet>
      <dgm:spPr/>
    </dgm:pt>
    <dgm:pt modelId="{99BB7E98-A4D3-4477-B4EC-5A74ECF8CDA6}" type="pres">
      <dgm:prSet presAssocID="{8E1CB4C3-00D7-4E5A-8E07-DEF124546DB9}" presName="rootComposite" presStyleCnt="0"/>
      <dgm:spPr/>
    </dgm:pt>
    <dgm:pt modelId="{2B9C6DF1-CC29-46AE-8AA8-7D9FEEEA7B2E}" type="pres">
      <dgm:prSet presAssocID="{8E1CB4C3-00D7-4E5A-8E07-DEF124546DB9}" presName="rootText" presStyleLbl="node3" presStyleIdx="7" presStyleCnt="12">
        <dgm:presLayoutVars>
          <dgm:chPref val="3"/>
        </dgm:presLayoutVars>
      </dgm:prSet>
      <dgm:spPr/>
    </dgm:pt>
    <dgm:pt modelId="{2B44954F-A935-4634-AA24-A3D2803F8789}" type="pres">
      <dgm:prSet presAssocID="{8E1CB4C3-00D7-4E5A-8E07-DEF124546DB9}" presName="rootConnector" presStyleLbl="node3" presStyleIdx="7" presStyleCnt="12"/>
      <dgm:spPr/>
    </dgm:pt>
    <dgm:pt modelId="{6164D570-2F54-4DC1-8E42-720A55F68FE3}" type="pres">
      <dgm:prSet presAssocID="{8E1CB4C3-00D7-4E5A-8E07-DEF124546DB9}" presName="hierChild4" presStyleCnt="0"/>
      <dgm:spPr/>
    </dgm:pt>
    <dgm:pt modelId="{63A2FBF2-6161-4E86-B4D2-E784B7F037EF}" type="pres">
      <dgm:prSet presAssocID="{8E1CB4C3-00D7-4E5A-8E07-DEF124546DB9}" presName="hierChild5" presStyleCnt="0"/>
      <dgm:spPr/>
    </dgm:pt>
    <dgm:pt modelId="{FFD477A0-F0C7-4A8C-BC55-AA9E473FF35E}" type="pres">
      <dgm:prSet presAssocID="{588C1447-2C1E-4BB1-B70D-6E19D2CAD441}" presName="hierChild5" presStyleCnt="0"/>
      <dgm:spPr/>
    </dgm:pt>
    <dgm:pt modelId="{201B734B-FC11-4889-9A9B-52103693A7FB}" type="pres">
      <dgm:prSet presAssocID="{9BBA5F35-ACEB-47CC-A562-580C646E9EB0}" presName="Name37" presStyleLbl="parChTrans1D2" presStyleIdx="2" presStyleCnt="5"/>
      <dgm:spPr/>
    </dgm:pt>
    <dgm:pt modelId="{10DF1C3C-7F40-48EB-A392-ED90814D9C0D}" type="pres">
      <dgm:prSet presAssocID="{EC9728E8-2169-4984-B731-B4B0516C3312}" presName="hierRoot2" presStyleCnt="0">
        <dgm:presLayoutVars>
          <dgm:hierBranch val="init"/>
        </dgm:presLayoutVars>
      </dgm:prSet>
      <dgm:spPr/>
    </dgm:pt>
    <dgm:pt modelId="{8BC30462-4B60-4654-BC2B-8F1775526C0F}" type="pres">
      <dgm:prSet presAssocID="{EC9728E8-2169-4984-B731-B4B0516C3312}" presName="rootComposite" presStyleCnt="0"/>
      <dgm:spPr/>
    </dgm:pt>
    <dgm:pt modelId="{5FD2C5AA-D0F1-4143-9E7C-5666B7F1C15E}" type="pres">
      <dgm:prSet presAssocID="{EC9728E8-2169-4984-B731-B4B0516C3312}" presName="rootText" presStyleLbl="node2" presStyleIdx="2" presStyleCnt="5">
        <dgm:presLayoutVars>
          <dgm:chPref val="3"/>
        </dgm:presLayoutVars>
      </dgm:prSet>
      <dgm:spPr/>
    </dgm:pt>
    <dgm:pt modelId="{C8CDAA31-1EA6-4863-A8D6-C271FE4C5556}" type="pres">
      <dgm:prSet presAssocID="{EC9728E8-2169-4984-B731-B4B0516C3312}" presName="rootConnector" presStyleLbl="node2" presStyleIdx="2" presStyleCnt="5"/>
      <dgm:spPr/>
    </dgm:pt>
    <dgm:pt modelId="{F72574B8-0D1E-4B20-A868-5A9F17141F5F}" type="pres">
      <dgm:prSet presAssocID="{EC9728E8-2169-4984-B731-B4B0516C3312}" presName="hierChild4" presStyleCnt="0"/>
      <dgm:spPr/>
    </dgm:pt>
    <dgm:pt modelId="{B8005D3F-72C9-4F32-B61C-210DC4B6BF35}" type="pres">
      <dgm:prSet presAssocID="{DAF9BA48-3A55-49BB-AF3D-3598DDB03E67}" presName="Name37" presStyleLbl="parChTrans1D3" presStyleIdx="8" presStyleCnt="12"/>
      <dgm:spPr/>
    </dgm:pt>
    <dgm:pt modelId="{F57C0E6C-D0E5-4426-AA5C-B455CD07386F}" type="pres">
      <dgm:prSet presAssocID="{389FD757-A867-442D-AE44-DE39D4E8F29C}" presName="hierRoot2" presStyleCnt="0">
        <dgm:presLayoutVars>
          <dgm:hierBranch val="init"/>
        </dgm:presLayoutVars>
      </dgm:prSet>
      <dgm:spPr/>
    </dgm:pt>
    <dgm:pt modelId="{1E93BE0D-69FB-4411-BE24-DCFBA93A48BE}" type="pres">
      <dgm:prSet presAssocID="{389FD757-A867-442D-AE44-DE39D4E8F29C}" presName="rootComposite" presStyleCnt="0"/>
      <dgm:spPr/>
    </dgm:pt>
    <dgm:pt modelId="{A0098050-5D8C-4572-9DB9-F260FE38E3E3}" type="pres">
      <dgm:prSet presAssocID="{389FD757-A867-442D-AE44-DE39D4E8F29C}" presName="rootText" presStyleLbl="node3" presStyleIdx="8" presStyleCnt="12">
        <dgm:presLayoutVars>
          <dgm:chPref val="3"/>
        </dgm:presLayoutVars>
      </dgm:prSet>
      <dgm:spPr/>
    </dgm:pt>
    <dgm:pt modelId="{D6CFFC3D-3E3D-464E-8365-9CF6D7D50AF6}" type="pres">
      <dgm:prSet presAssocID="{389FD757-A867-442D-AE44-DE39D4E8F29C}" presName="rootConnector" presStyleLbl="node3" presStyleIdx="8" presStyleCnt="12"/>
      <dgm:spPr/>
    </dgm:pt>
    <dgm:pt modelId="{CE540D49-AD8E-4E73-8738-925A4E698039}" type="pres">
      <dgm:prSet presAssocID="{389FD757-A867-442D-AE44-DE39D4E8F29C}" presName="hierChild4" presStyleCnt="0"/>
      <dgm:spPr/>
    </dgm:pt>
    <dgm:pt modelId="{BEC30F3C-71D2-4549-953A-E3691A8CB2F4}" type="pres">
      <dgm:prSet presAssocID="{389FD757-A867-442D-AE44-DE39D4E8F29C}" presName="hierChild5" presStyleCnt="0"/>
      <dgm:spPr/>
    </dgm:pt>
    <dgm:pt modelId="{BC1C1172-8225-4D55-9D84-F3D945312419}" type="pres">
      <dgm:prSet presAssocID="{EC9728E8-2169-4984-B731-B4B0516C3312}" presName="hierChild5" presStyleCnt="0"/>
      <dgm:spPr/>
    </dgm:pt>
    <dgm:pt modelId="{41E821E4-1863-466D-9ACD-E0A9756DA700}" type="pres">
      <dgm:prSet presAssocID="{41A40440-D124-4655-B435-8350B55C889F}" presName="Name37" presStyleLbl="parChTrans1D2" presStyleIdx="3" presStyleCnt="5"/>
      <dgm:spPr/>
    </dgm:pt>
    <dgm:pt modelId="{F098CC0F-D7FF-4326-969E-8DA1C344C26E}" type="pres">
      <dgm:prSet presAssocID="{C68215E4-2EF6-4E88-9E1B-170CB86CC296}" presName="hierRoot2" presStyleCnt="0">
        <dgm:presLayoutVars>
          <dgm:hierBranch val="init"/>
        </dgm:presLayoutVars>
      </dgm:prSet>
      <dgm:spPr/>
    </dgm:pt>
    <dgm:pt modelId="{2E0795AC-D43D-408D-AEC8-38E93655713D}" type="pres">
      <dgm:prSet presAssocID="{C68215E4-2EF6-4E88-9E1B-170CB86CC296}" presName="rootComposite" presStyleCnt="0"/>
      <dgm:spPr/>
    </dgm:pt>
    <dgm:pt modelId="{14C6A37D-984E-4ECA-B8AA-16936F65F38E}" type="pres">
      <dgm:prSet presAssocID="{C68215E4-2EF6-4E88-9E1B-170CB86CC296}" presName="rootText" presStyleLbl="node2" presStyleIdx="3" presStyleCnt="5">
        <dgm:presLayoutVars>
          <dgm:chPref val="3"/>
        </dgm:presLayoutVars>
      </dgm:prSet>
      <dgm:spPr/>
    </dgm:pt>
    <dgm:pt modelId="{369FB555-4846-4EA2-B5AD-88960C052486}" type="pres">
      <dgm:prSet presAssocID="{C68215E4-2EF6-4E88-9E1B-170CB86CC296}" presName="rootConnector" presStyleLbl="node2" presStyleIdx="3" presStyleCnt="5"/>
      <dgm:spPr/>
    </dgm:pt>
    <dgm:pt modelId="{1DE77E68-9CE5-435B-BF8F-D28D35E9BCEC}" type="pres">
      <dgm:prSet presAssocID="{C68215E4-2EF6-4E88-9E1B-170CB86CC296}" presName="hierChild4" presStyleCnt="0"/>
      <dgm:spPr/>
    </dgm:pt>
    <dgm:pt modelId="{07060E1C-6D00-49A4-ADD1-2C23A30D5EF4}" type="pres">
      <dgm:prSet presAssocID="{394F749C-1B2B-4282-9859-EF261384B660}" presName="Name37" presStyleLbl="parChTrans1D3" presStyleIdx="9" presStyleCnt="12"/>
      <dgm:spPr/>
    </dgm:pt>
    <dgm:pt modelId="{A06380CD-3D25-45D8-8AA6-A9A7A7709ADA}" type="pres">
      <dgm:prSet presAssocID="{B3B06F9F-76C7-481B-8EB5-FC88BA8E4370}" presName="hierRoot2" presStyleCnt="0">
        <dgm:presLayoutVars>
          <dgm:hierBranch val="init"/>
        </dgm:presLayoutVars>
      </dgm:prSet>
      <dgm:spPr/>
    </dgm:pt>
    <dgm:pt modelId="{2C46AEDC-5A79-4B7A-9AA7-10740AE0E83E}" type="pres">
      <dgm:prSet presAssocID="{B3B06F9F-76C7-481B-8EB5-FC88BA8E4370}" presName="rootComposite" presStyleCnt="0"/>
      <dgm:spPr/>
    </dgm:pt>
    <dgm:pt modelId="{3090CE14-BF9D-453C-A55B-FFA5AD055DC5}" type="pres">
      <dgm:prSet presAssocID="{B3B06F9F-76C7-481B-8EB5-FC88BA8E4370}" presName="rootText" presStyleLbl="node3" presStyleIdx="9" presStyleCnt="12">
        <dgm:presLayoutVars>
          <dgm:chPref val="3"/>
        </dgm:presLayoutVars>
      </dgm:prSet>
      <dgm:spPr/>
    </dgm:pt>
    <dgm:pt modelId="{DA0A4F28-94DB-468C-95F9-41C707F02C42}" type="pres">
      <dgm:prSet presAssocID="{B3B06F9F-76C7-481B-8EB5-FC88BA8E4370}" presName="rootConnector" presStyleLbl="node3" presStyleIdx="9" presStyleCnt="12"/>
      <dgm:spPr/>
    </dgm:pt>
    <dgm:pt modelId="{9E0432BA-78F0-46C9-9488-E96E774DE650}" type="pres">
      <dgm:prSet presAssocID="{B3B06F9F-76C7-481B-8EB5-FC88BA8E4370}" presName="hierChild4" presStyleCnt="0"/>
      <dgm:spPr/>
    </dgm:pt>
    <dgm:pt modelId="{871B6390-30EF-4807-891D-365CAB78ECF1}" type="pres">
      <dgm:prSet presAssocID="{B3B06F9F-76C7-481B-8EB5-FC88BA8E4370}" presName="hierChild5" presStyleCnt="0"/>
      <dgm:spPr/>
    </dgm:pt>
    <dgm:pt modelId="{9F540FED-6F15-4EB1-B7E6-E0BE10212F48}" type="pres">
      <dgm:prSet presAssocID="{C68215E4-2EF6-4E88-9E1B-170CB86CC296}" presName="hierChild5" presStyleCnt="0"/>
      <dgm:spPr/>
    </dgm:pt>
    <dgm:pt modelId="{826FDBE3-365A-438F-8976-CAA0AD2AF9BB}" type="pres">
      <dgm:prSet presAssocID="{0F59A9F0-50B9-4E61-8249-1D8BDB009E4A}" presName="Name37" presStyleLbl="parChTrans1D2" presStyleIdx="4" presStyleCnt="5"/>
      <dgm:spPr/>
    </dgm:pt>
    <dgm:pt modelId="{AC10AF6A-4FE5-46AF-8904-4E3C96E0F195}" type="pres">
      <dgm:prSet presAssocID="{5706A430-1903-4AE3-8BA2-BD0E4DA03AC5}" presName="hierRoot2" presStyleCnt="0">
        <dgm:presLayoutVars>
          <dgm:hierBranch val="init"/>
        </dgm:presLayoutVars>
      </dgm:prSet>
      <dgm:spPr/>
    </dgm:pt>
    <dgm:pt modelId="{A42EB6EB-01D8-47D1-84DD-1D6D78D43F97}" type="pres">
      <dgm:prSet presAssocID="{5706A430-1903-4AE3-8BA2-BD0E4DA03AC5}" presName="rootComposite" presStyleCnt="0"/>
      <dgm:spPr/>
    </dgm:pt>
    <dgm:pt modelId="{9ACF7443-6D72-41CC-ABB7-275FAE9A7DE0}" type="pres">
      <dgm:prSet presAssocID="{5706A430-1903-4AE3-8BA2-BD0E4DA03AC5}" presName="rootText" presStyleLbl="node2" presStyleIdx="4" presStyleCnt="5">
        <dgm:presLayoutVars>
          <dgm:chPref val="3"/>
        </dgm:presLayoutVars>
      </dgm:prSet>
      <dgm:spPr/>
    </dgm:pt>
    <dgm:pt modelId="{056F5048-88C8-4BAF-A0A7-C96E8A1E3B33}" type="pres">
      <dgm:prSet presAssocID="{5706A430-1903-4AE3-8BA2-BD0E4DA03AC5}" presName="rootConnector" presStyleLbl="node2" presStyleIdx="4" presStyleCnt="5"/>
      <dgm:spPr/>
    </dgm:pt>
    <dgm:pt modelId="{C9EFF2F1-9B07-47E3-AED3-DAEB588877CE}" type="pres">
      <dgm:prSet presAssocID="{5706A430-1903-4AE3-8BA2-BD0E4DA03AC5}" presName="hierChild4" presStyleCnt="0"/>
      <dgm:spPr/>
    </dgm:pt>
    <dgm:pt modelId="{F38E0E78-6CBD-45A6-8624-17FCAB3D851F}" type="pres">
      <dgm:prSet presAssocID="{47B67CA9-4EF7-4E9D-8B82-9A7F0C64EC5D}" presName="Name37" presStyleLbl="parChTrans1D3" presStyleIdx="10" presStyleCnt="12"/>
      <dgm:spPr/>
    </dgm:pt>
    <dgm:pt modelId="{CD775B42-7461-418A-89B3-D46A78179D9E}" type="pres">
      <dgm:prSet presAssocID="{35A78E97-D6CA-4F75-9484-0E8E6CADFDE0}" presName="hierRoot2" presStyleCnt="0">
        <dgm:presLayoutVars>
          <dgm:hierBranch val="init"/>
        </dgm:presLayoutVars>
      </dgm:prSet>
      <dgm:spPr/>
    </dgm:pt>
    <dgm:pt modelId="{E969A44B-D56C-47D9-B8C0-1EAD26122551}" type="pres">
      <dgm:prSet presAssocID="{35A78E97-D6CA-4F75-9484-0E8E6CADFDE0}" presName="rootComposite" presStyleCnt="0"/>
      <dgm:spPr/>
    </dgm:pt>
    <dgm:pt modelId="{AB2DF0DA-9DDC-44DB-B57A-A9B97B44FD3C}" type="pres">
      <dgm:prSet presAssocID="{35A78E97-D6CA-4F75-9484-0E8E6CADFDE0}" presName="rootText" presStyleLbl="node3" presStyleIdx="10" presStyleCnt="12">
        <dgm:presLayoutVars>
          <dgm:chPref val="3"/>
        </dgm:presLayoutVars>
      </dgm:prSet>
      <dgm:spPr/>
    </dgm:pt>
    <dgm:pt modelId="{1B45D8D4-CDBC-4299-AF71-998B181D69A8}" type="pres">
      <dgm:prSet presAssocID="{35A78E97-D6CA-4F75-9484-0E8E6CADFDE0}" presName="rootConnector" presStyleLbl="node3" presStyleIdx="10" presStyleCnt="12"/>
      <dgm:spPr/>
    </dgm:pt>
    <dgm:pt modelId="{F4061B7A-94E2-43FC-9044-BAFA32FF8C7D}" type="pres">
      <dgm:prSet presAssocID="{35A78E97-D6CA-4F75-9484-0E8E6CADFDE0}" presName="hierChild4" presStyleCnt="0"/>
      <dgm:spPr/>
    </dgm:pt>
    <dgm:pt modelId="{316ABAD5-3656-4684-96FD-B105E67194AC}" type="pres">
      <dgm:prSet presAssocID="{35A78E97-D6CA-4F75-9484-0E8E6CADFDE0}" presName="hierChild5" presStyleCnt="0"/>
      <dgm:spPr/>
    </dgm:pt>
    <dgm:pt modelId="{6D35CEE1-CD86-48E4-B266-768559DC0D8F}" type="pres">
      <dgm:prSet presAssocID="{51C6D30B-F421-4877-8E79-CA514A34E5C7}" presName="Name37" presStyleLbl="parChTrans1D3" presStyleIdx="11" presStyleCnt="12"/>
      <dgm:spPr/>
    </dgm:pt>
    <dgm:pt modelId="{2885C8D1-6275-49EC-859A-155939921EF6}" type="pres">
      <dgm:prSet presAssocID="{A739B809-7190-4D79-B9F5-F5615235C3B5}" presName="hierRoot2" presStyleCnt="0">
        <dgm:presLayoutVars>
          <dgm:hierBranch val="init"/>
        </dgm:presLayoutVars>
      </dgm:prSet>
      <dgm:spPr/>
    </dgm:pt>
    <dgm:pt modelId="{20B83A01-9EB9-44BE-9D61-CEF20DF0E2F5}" type="pres">
      <dgm:prSet presAssocID="{A739B809-7190-4D79-B9F5-F5615235C3B5}" presName="rootComposite" presStyleCnt="0"/>
      <dgm:spPr/>
    </dgm:pt>
    <dgm:pt modelId="{3DD71DC7-C0BE-4204-9855-D96F9CF1A132}" type="pres">
      <dgm:prSet presAssocID="{A739B809-7190-4D79-B9F5-F5615235C3B5}" presName="rootText" presStyleLbl="node3" presStyleIdx="11" presStyleCnt="12">
        <dgm:presLayoutVars>
          <dgm:chPref val="3"/>
        </dgm:presLayoutVars>
      </dgm:prSet>
      <dgm:spPr/>
    </dgm:pt>
    <dgm:pt modelId="{42E39538-7E3C-4ECF-B0C7-C1B39CF15E5F}" type="pres">
      <dgm:prSet presAssocID="{A739B809-7190-4D79-B9F5-F5615235C3B5}" presName="rootConnector" presStyleLbl="node3" presStyleIdx="11" presStyleCnt="12"/>
      <dgm:spPr/>
    </dgm:pt>
    <dgm:pt modelId="{87538984-9E4F-446C-B199-9CA3758C305C}" type="pres">
      <dgm:prSet presAssocID="{A739B809-7190-4D79-B9F5-F5615235C3B5}" presName="hierChild4" presStyleCnt="0"/>
      <dgm:spPr/>
    </dgm:pt>
    <dgm:pt modelId="{F531A2DA-F6C6-4D38-8D3B-DBC895579451}" type="pres">
      <dgm:prSet presAssocID="{A739B809-7190-4D79-B9F5-F5615235C3B5}" presName="hierChild5" presStyleCnt="0"/>
      <dgm:spPr/>
    </dgm:pt>
    <dgm:pt modelId="{2E708BF2-0068-48C0-8266-41520AEB3467}" type="pres">
      <dgm:prSet presAssocID="{5706A430-1903-4AE3-8BA2-BD0E4DA03AC5}" presName="hierChild5" presStyleCnt="0"/>
      <dgm:spPr/>
    </dgm:pt>
    <dgm:pt modelId="{DB8DB72C-9A6C-429C-B569-341AE33C5523}" type="pres">
      <dgm:prSet presAssocID="{41B62280-8533-4735-A63F-E21F67C08C02}" presName="hierChild3" presStyleCnt="0"/>
      <dgm:spPr/>
    </dgm:pt>
  </dgm:ptLst>
  <dgm:cxnLst>
    <dgm:cxn modelId="{7FA33F01-F52B-4D75-AE51-C18A5113E4E6}" type="presOf" srcId="{D89F7AE8-BD84-4AB8-BB4F-72710A14BFF1}" destId="{41CFF197-6CFB-40AC-9826-38F642F7E399}" srcOrd="1" destOrd="0" presId="urn:microsoft.com/office/officeart/2005/8/layout/orgChart1"/>
    <dgm:cxn modelId="{B1A06802-853C-46B6-8039-5D1BACC98FA6}" srcId="{5706A430-1903-4AE3-8BA2-BD0E4DA03AC5}" destId="{35A78E97-D6CA-4F75-9484-0E8E6CADFDE0}" srcOrd="0" destOrd="0" parTransId="{47B67CA9-4EF7-4E9D-8B82-9A7F0C64EC5D}" sibTransId="{60A47372-5310-4A49-8710-E35A5D463428}"/>
    <dgm:cxn modelId="{71355504-86CE-4E23-8B76-C0BA111988AC}" type="presOf" srcId="{35A78E97-D6CA-4F75-9484-0E8E6CADFDE0}" destId="{1B45D8D4-CDBC-4299-AF71-998B181D69A8}" srcOrd="1" destOrd="0" presId="urn:microsoft.com/office/officeart/2005/8/layout/orgChart1"/>
    <dgm:cxn modelId="{9FAB4910-CA00-452C-A52F-BA538B5B8AF7}" type="presOf" srcId="{FA52D73A-E40D-4037-82E4-EFA2D12C89C3}" destId="{D2333FCF-58CF-4BFB-9ECF-E5CA50F9194B}" srcOrd="0" destOrd="0" presId="urn:microsoft.com/office/officeart/2005/8/layout/orgChart1"/>
    <dgm:cxn modelId="{758B9B14-98AF-4D5A-A05C-2BE3565EDF41}" type="presOf" srcId="{0F59A9F0-50B9-4E61-8249-1D8BDB009E4A}" destId="{826FDBE3-365A-438F-8976-CAA0AD2AF9BB}" srcOrd="0" destOrd="0" presId="urn:microsoft.com/office/officeart/2005/8/layout/orgChart1"/>
    <dgm:cxn modelId="{63B0C118-C4DE-4578-8317-1AF94DFE9368}" type="presOf" srcId="{35A78E97-D6CA-4F75-9484-0E8E6CADFDE0}" destId="{AB2DF0DA-9DDC-44DB-B57A-A9B97B44FD3C}" srcOrd="0" destOrd="0" presId="urn:microsoft.com/office/officeart/2005/8/layout/orgChart1"/>
    <dgm:cxn modelId="{5D8B8819-DBAB-421E-81D6-EFF32C543045}" type="presOf" srcId="{588C1447-2C1E-4BB1-B70D-6E19D2CAD441}" destId="{3EA04768-07CF-4F77-B1EB-A8511C08B997}" srcOrd="0" destOrd="0" presId="urn:microsoft.com/office/officeart/2005/8/layout/orgChart1"/>
    <dgm:cxn modelId="{79728A20-7B54-4D22-912D-C679C2CA5771}" type="presOf" srcId="{389FD757-A867-442D-AE44-DE39D4E8F29C}" destId="{D6CFFC3D-3E3D-464E-8365-9CF6D7D50AF6}" srcOrd="1" destOrd="0" presId="urn:microsoft.com/office/officeart/2005/8/layout/orgChart1"/>
    <dgm:cxn modelId="{E5F65427-E6CC-4F2E-A3B9-89989D08BC81}" type="presOf" srcId="{B3B06F9F-76C7-481B-8EB5-FC88BA8E4370}" destId="{3090CE14-BF9D-453C-A55B-FFA5AD055DC5}" srcOrd="0" destOrd="0" presId="urn:microsoft.com/office/officeart/2005/8/layout/orgChart1"/>
    <dgm:cxn modelId="{9257A129-ACC1-45CD-B25A-4003529DE289}" srcId="{588C1447-2C1E-4BB1-B70D-6E19D2CAD441}" destId="{D89F7AE8-BD84-4AB8-BB4F-72710A14BFF1}" srcOrd="0" destOrd="0" parTransId="{770AEBF6-59A6-4B82-9501-26470E329776}" sibTransId="{2D64B8C1-FB4E-41A9-AC70-C0B15C661FA9}"/>
    <dgm:cxn modelId="{D1DB402D-BA03-4043-8CBE-4D29FEF1C134}" type="presOf" srcId="{8E1CB4C3-00D7-4E5A-8E07-DEF124546DB9}" destId="{2B44954F-A935-4634-AA24-A3D2803F8789}" srcOrd="1" destOrd="0" presId="urn:microsoft.com/office/officeart/2005/8/layout/orgChart1"/>
    <dgm:cxn modelId="{E0A6A631-F90F-4BAF-A34C-473A70922339}" type="presOf" srcId="{D4EF7992-9583-45D7-9099-0BD29574FB0F}" destId="{5599541E-5EDC-48DD-BBA8-825FC7A47A85}" srcOrd="1" destOrd="0" presId="urn:microsoft.com/office/officeart/2005/8/layout/orgChart1"/>
    <dgm:cxn modelId="{04CCD234-4EDD-46A7-8881-A0BC2AED3725}" type="presOf" srcId="{41B62280-8533-4735-A63F-E21F67C08C02}" destId="{86490674-47F5-4DAF-8E1A-6F19308C413C}" srcOrd="1" destOrd="0" presId="urn:microsoft.com/office/officeart/2005/8/layout/orgChart1"/>
    <dgm:cxn modelId="{0C454538-FA35-4920-8712-B031051DB61C}" type="presOf" srcId="{EC9728E8-2169-4984-B731-B4B0516C3312}" destId="{5FD2C5AA-D0F1-4143-9E7C-5666B7F1C15E}" srcOrd="0" destOrd="0" presId="urn:microsoft.com/office/officeart/2005/8/layout/orgChart1"/>
    <dgm:cxn modelId="{8EE0CB38-DCBF-43B1-82DE-E55C1568915B}" type="presOf" srcId="{FCD5A7B2-B077-4C34-9C27-9A659399EA7D}" destId="{32903F15-98EC-46DB-BC71-69B80DA8BF48}" srcOrd="1" destOrd="0" presId="urn:microsoft.com/office/officeart/2005/8/layout/orgChart1"/>
    <dgm:cxn modelId="{045F0E42-BA0F-438E-8F9E-4194687C3EC8}" type="presOf" srcId="{8E1CB4C3-00D7-4E5A-8E07-DEF124546DB9}" destId="{2B9C6DF1-CC29-46AE-8AA8-7D9FEEEA7B2E}" srcOrd="0" destOrd="0" presId="urn:microsoft.com/office/officeart/2005/8/layout/orgChart1"/>
    <dgm:cxn modelId="{35261142-8F27-456E-AA0D-D69D9E9AD399}" type="presOf" srcId="{C68215E4-2EF6-4E88-9E1B-170CB86CC296}" destId="{14C6A37D-984E-4ECA-B8AA-16936F65F38E}" srcOrd="0" destOrd="0" presId="urn:microsoft.com/office/officeart/2005/8/layout/orgChart1"/>
    <dgm:cxn modelId="{A1554362-1B4D-4A32-84F0-D3C3B162D301}" srcId="{C68215E4-2EF6-4E88-9E1B-170CB86CC296}" destId="{B3B06F9F-76C7-481B-8EB5-FC88BA8E4370}" srcOrd="0" destOrd="0" parTransId="{394F749C-1B2B-4282-9859-EF261384B660}" sibTransId="{9CC48EB4-B539-416B-ACFD-C9714D2981E6}"/>
    <dgm:cxn modelId="{7B8F2B44-AF84-41A9-9418-AC65DE660FD6}" srcId="{EC9728E8-2169-4984-B731-B4B0516C3312}" destId="{389FD757-A867-442D-AE44-DE39D4E8F29C}" srcOrd="0" destOrd="0" parTransId="{DAF9BA48-3A55-49BB-AF3D-3598DDB03E67}" sibTransId="{E7BE346E-1FA1-4A88-A24B-840CD3B39383}"/>
    <dgm:cxn modelId="{33CD8644-E7F1-4E87-8BD6-803EE56B2151}" srcId="{41B62280-8533-4735-A63F-E21F67C08C02}" destId="{588C1447-2C1E-4BB1-B70D-6E19D2CAD441}" srcOrd="1" destOrd="0" parTransId="{8DCDC81A-1799-4D6E-8605-057D46F1F357}" sibTransId="{B841DE21-0B7D-4F17-B4A7-24568A691351}"/>
    <dgm:cxn modelId="{0A901D47-CE41-4A1B-83FF-CDBB7B208B25}" type="presOf" srcId="{A739B809-7190-4D79-B9F5-F5615235C3B5}" destId="{42E39538-7E3C-4ECF-B0C7-C1B39CF15E5F}" srcOrd="1" destOrd="0" presId="urn:microsoft.com/office/officeart/2005/8/layout/orgChart1"/>
    <dgm:cxn modelId="{31906967-5853-420E-B4A0-E4F26790A175}" type="presOf" srcId="{BF543238-FD2E-4495-A73B-8D6E2CBC8E63}" destId="{9009D71A-FAE3-41F9-9CD6-FAC0A0AB3095}" srcOrd="0" destOrd="0" presId="urn:microsoft.com/office/officeart/2005/8/layout/orgChart1"/>
    <dgm:cxn modelId="{E77FDB47-5CE9-4381-ACC8-0DF315D26B96}" type="presOf" srcId="{8273F843-0BA3-40C2-B698-29A745740045}" destId="{67B4273D-2451-4EE3-94D7-051B64250C41}" srcOrd="1" destOrd="0" presId="urn:microsoft.com/office/officeart/2005/8/layout/orgChart1"/>
    <dgm:cxn modelId="{1689B048-E666-4FDA-B121-C002B2F496A9}" type="presOf" srcId="{F65AC47B-A1FB-428D-BC92-7A4ACCDCB1C8}" destId="{97ED9121-F2D4-49FB-8237-98E7C432EA8C}" srcOrd="0" destOrd="0" presId="urn:microsoft.com/office/officeart/2005/8/layout/orgChart1"/>
    <dgm:cxn modelId="{7789746B-2CC5-45AB-B2A9-B26D240ACA54}" type="presOf" srcId="{5273A24D-9E0F-4244-AE13-7388EE7194CA}" destId="{3D7BAD5B-9E1B-47D3-B75F-31842D7DC0A5}" srcOrd="1" destOrd="0" presId="urn:microsoft.com/office/officeart/2005/8/layout/orgChart1"/>
    <dgm:cxn modelId="{CE995D6C-F9EA-461A-9AD8-0762892E4E14}" srcId="{477634E7-0EBD-4F7A-87A4-7EAB50141C3C}" destId="{D4EF7992-9583-45D7-9099-0BD29574FB0F}" srcOrd="0" destOrd="0" parTransId="{FA52D73A-E40D-4037-82E4-EFA2D12C89C3}" sibTransId="{5944350F-4D13-4C14-93F3-D44AD5CE7D88}"/>
    <dgm:cxn modelId="{FBA9A66C-8BA8-44F9-B083-8261DFBEB2A5}" type="presOf" srcId="{5273A24D-9E0F-4244-AE13-7388EE7194CA}" destId="{CE8216D4-6A58-46BC-B9ED-7A13BA4151ED}" srcOrd="0" destOrd="0" presId="urn:microsoft.com/office/officeart/2005/8/layout/orgChart1"/>
    <dgm:cxn modelId="{40593C4E-36D2-4147-996B-AB15C6D37D56}" type="presOf" srcId="{E9CF320C-66AE-447B-BD2B-C8617F24A3C5}" destId="{0FEA1E65-B054-4B26-B030-B3A63026E2B5}" srcOrd="0" destOrd="0" presId="urn:microsoft.com/office/officeart/2005/8/layout/orgChart1"/>
    <dgm:cxn modelId="{3C2C6F74-0CC3-426E-BAD9-E4C8210B3A78}" srcId="{588C1447-2C1E-4BB1-B70D-6E19D2CAD441}" destId="{5273A24D-9E0F-4244-AE13-7388EE7194CA}" srcOrd="1" destOrd="0" parTransId="{F65AC47B-A1FB-428D-BC92-7A4ACCDCB1C8}" sibTransId="{746E1629-BAFC-4784-894E-93FD4D07F942}"/>
    <dgm:cxn modelId="{9E2F7574-5448-4A5B-BAAA-34C2C9D33655}" type="presOf" srcId="{477634E7-0EBD-4F7A-87A4-7EAB50141C3C}" destId="{D5FD5846-335E-47D7-87AE-A5499EB1CEDA}" srcOrd="1" destOrd="0" presId="urn:microsoft.com/office/officeart/2005/8/layout/orgChart1"/>
    <dgm:cxn modelId="{1DFC3C75-5D50-49DD-BB30-B42CA351A6FE}" srcId="{477634E7-0EBD-4F7A-87A4-7EAB50141C3C}" destId="{FCD5A7B2-B077-4C34-9C27-9A659399EA7D}" srcOrd="2" destOrd="0" parTransId="{BF543238-FD2E-4495-A73B-8D6E2CBC8E63}" sibTransId="{97000827-F19B-480B-B982-540E10DFD1D7}"/>
    <dgm:cxn modelId="{7BC01C58-7967-4D3F-93D7-B7B16C69A406}" srcId="{5706A430-1903-4AE3-8BA2-BD0E4DA03AC5}" destId="{A739B809-7190-4D79-B9F5-F5615235C3B5}" srcOrd="1" destOrd="0" parTransId="{51C6D30B-F421-4877-8E79-CA514A34E5C7}" sibTransId="{CACC6021-0C83-4504-9129-3EB27544BF22}"/>
    <dgm:cxn modelId="{F3136D58-9D68-45F6-BB34-4B47A8283128}" type="presOf" srcId="{41B62280-8533-4735-A63F-E21F67C08C02}" destId="{36EB5CEB-11EC-4711-A1F2-54EDF572BB14}" srcOrd="0" destOrd="0" presId="urn:microsoft.com/office/officeart/2005/8/layout/orgChart1"/>
    <dgm:cxn modelId="{797C5658-063F-4FCE-9797-6EBF961D8364}" type="presOf" srcId="{8690DDF1-1131-42E9-83A6-A2D5E094938D}" destId="{5DACDB8E-5B0B-4495-88EA-CA5059F2F855}" srcOrd="0" destOrd="0" presId="urn:microsoft.com/office/officeart/2005/8/layout/orgChart1"/>
    <dgm:cxn modelId="{36C35958-C2E4-4EF1-9EE8-2B20F3C1C9EF}" type="presOf" srcId="{41A40440-D124-4655-B435-8350B55C889F}" destId="{41E821E4-1863-466D-9ACD-E0A9756DA700}" srcOrd="0" destOrd="0" presId="urn:microsoft.com/office/officeart/2005/8/layout/orgChart1"/>
    <dgm:cxn modelId="{B1BC527E-8BF9-4390-A7EF-F384867115BC}" type="presOf" srcId="{8273F843-0BA3-40C2-B698-29A745740045}" destId="{FA699831-F598-47A4-8DC4-011C2DEB4AB2}" srcOrd="0" destOrd="0" presId="urn:microsoft.com/office/officeart/2005/8/layout/orgChart1"/>
    <dgm:cxn modelId="{A7F6C080-0408-4E54-8A60-2CC9B0B901EE}" srcId="{41B62280-8533-4735-A63F-E21F67C08C02}" destId="{EC9728E8-2169-4984-B731-B4B0516C3312}" srcOrd="2" destOrd="0" parTransId="{9BBA5F35-ACEB-47CC-A562-580C646E9EB0}" sibTransId="{EE505762-B4F9-434E-986E-163C9CC2DE14}"/>
    <dgm:cxn modelId="{BD61E884-C6D1-450F-B450-9887D4EC0359}" type="presOf" srcId="{FCD5A7B2-B077-4C34-9C27-9A659399EA7D}" destId="{6A616F8D-408D-4570-945E-664C0A41FB9F}" srcOrd="0" destOrd="0" presId="urn:microsoft.com/office/officeart/2005/8/layout/orgChart1"/>
    <dgm:cxn modelId="{464F0288-1AED-4FFA-82D0-F4A8A084953A}" type="presOf" srcId="{5706A430-1903-4AE3-8BA2-BD0E4DA03AC5}" destId="{9ACF7443-6D72-41CC-ABB7-275FAE9A7DE0}" srcOrd="0" destOrd="0" presId="urn:microsoft.com/office/officeart/2005/8/layout/orgChart1"/>
    <dgm:cxn modelId="{ABF8598A-D7CE-47CB-92C4-5B62AFF5F7B8}" type="presOf" srcId="{588C1447-2C1E-4BB1-B70D-6E19D2CAD441}" destId="{1B0CE1CE-D82D-4485-83D5-7AC3BA40AC1A}" srcOrd="1" destOrd="0" presId="urn:microsoft.com/office/officeart/2005/8/layout/orgChart1"/>
    <dgm:cxn modelId="{20D4E38E-94ED-4E93-9562-289CFF44156A}" type="presOf" srcId="{394F749C-1B2B-4282-9859-EF261384B660}" destId="{07060E1C-6D00-49A4-ADD1-2C23A30D5EF4}" srcOrd="0" destOrd="0" presId="urn:microsoft.com/office/officeart/2005/8/layout/orgChart1"/>
    <dgm:cxn modelId="{926B8794-D17C-457E-9119-C08072A9F504}" srcId="{588C1447-2C1E-4BB1-B70D-6E19D2CAD441}" destId="{4E3A48EB-794D-4E84-85FA-7D27627CEE28}" srcOrd="2" destOrd="0" parTransId="{D8D2EA7E-34DE-46F5-8B1F-99789475BB74}" sibTransId="{24245005-CBBD-4560-8048-D1D9268B80E4}"/>
    <dgm:cxn modelId="{D57AF095-CF53-4303-9C7F-65A6B9611E40}" srcId="{8690DDF1-1131-42E9-83A6-A2D5E094938D}" destId="{41B62280-8533-4735-A63F-E21F67C08C02}" srcOrd="0" destOrd="0" parTransId="{AC5E7837-A6F2-4213-B461-94D3B241D324}" sibTransId="{FC252E28-B5F6-46E4-9634-BAE31D712F57}"/>
    <dgm:cxn modelId="{19F8F298-2361-44DC-9E52-8FF1582EEAA3}" type="presOf" srcId="{C68215E4-2EF6-4E88-9E1B-170CB86CC296}" destId="{369FB555-4846-4EA2-B5AD-88960C052486}" srcOrd="1" destOrd="0" presId="urn:microsoft.com/office/officeart/2005/8/layout/orgChart1"/>
    <dgm:cxn modelId="{D6E8239F-B81F-4A08-8B6E-CC912703FBB6}" type="presOf" srcId="{4E3A48EB-794D-4E84-85FA-7D27627CEE28}" destId="{A9268A67-E06E-455D-955E-56FEEE3916BB}" srcOrd="0" destOrd="0" presId="urn:microsoft.com/office/officeart/2005/8/layout/orgChart1"/>
    <dgm:cxn modelId="{655FF0A6-0689-4F98-A32D-C02CFA006F06}" srcId="{588C1447-2C1E-4BB1-B70D-6E19D2CAD441}" destId="{8E1CB4C3-00D7-4E5A-8E07-DEF124546DB9}" srcOrd="3" destOrd="0" parTransId="{E9CF320C-66AE-447B-BD2B-C8617F24A3C5}" sibTransId="{AE845082-AA42-40E5-B607-2C4C09F5FBB3}"/>
    <dgm:cxn modelId="{50AF55A9-1FC8-42E2-9C0B-05592C988B63}" type="presOf" srcId="{FE38CDD9-4516-45B1-B2EE-A1B43A0E13B6}" destId="{5DB2974A-8657-4169-8BF8-77348BC9E0BB}" srcOrd="1" destOrd="0" presId="urn:microsoft.com/office/officeart/2005/8/layout/orgChart1"/>
    <dgm:cxn modelId="{93C68BAC-43A4-4E4D-8935-B122DB9F3011}" type="presOf" srcId="{477634E7-0EBD-4F7A-87A4-7EAB50141C3C}" destId="{BD4034E8-B63A-47BA-8E33-D928883CAC8B}" srcOrd="0" destOrd="0" presId="urn:microsoft.com/office/officeart/2005/8/layout/orgChart1"/>
    <dgm:cxn modelId="{81A8E2B4-B6ED-4EAF-A284-B45C2FE25C5F}" type="presOf" srcId="{BEABB790-F81A-479C-B391-DB057EBA03C8}" destId="{09C12934-D59F-427A-AAFB-835209D7178B}" srcOrd="0" destOrd="0" presId="urn:microsoft.com/office/officeart/2005/8/layout/orgChart1"/>
    <dgm:cxn modelId="{9B4F17B8-76C6-481C-9FFA-B58CCE86BD13}" type="presOf" srcId="{47B67CA9-4EF7-4E9D-8B82-9A7F0C64EC5D}" destId="{F38E0E78-6CBD-45A6-8624-17FCAB3D851F}" srcOrd="0" destOrd="0" presId="urn:microsoft.com/office/officeart/2005/8/layout/orgChart1"/>
    <dgm:cxn modelId="{55570CB9-2C15-4966-897B-5792EEE7A2A1}" type="presOf" srcId="{02ED5C2D-DE23-4D10-9F1A-18F71F83F9AF}" destId="{840E97C3-F5ED-4186-AE31-A9B0134F20BD}" srcOrd="0" destOrd="0" presId="urn:microsoft.com/office/officeart/2005/8/layout/orgChart1"/>
    <dgm:cxn modelId="{38F124BB-C870-444F-90C6-B39C04453D70}" type="presOf" srcId="{5706A430-1903-4AE3-8BA2-BD0E4DA03AC5}" destId="{056F5048-88C8-4BAF-A0A7-C96E8A1E3B33}" srcOrd="1" destOrd="0" presId="urn:microsoft.com/office/officeart/2005/8/layout/orgChart1"/>
    <dgm:cxn modelId="{ED45E2BB-7B60-4ECD-B722-BCBA2CB0EF7F}" srcId="{477634E7-0EBD-4F7A-87A4-7EAB50141C3C}" destId="{8273F843-0BA3-40C2-B698-29A745740045}" srcOrd="1" destOrd="0" parTransId="{0B00BC6D-FDFE-4540-9B83-6DB59F0132FD}" sibTransId="{D383D78B-B4D9-4F3C-8DB6-2A832516D022}"/>
    <dgm:cxn modelId="{6D3351C0-8D57-49C2-9DF4-7F3339E48773}" srcId="{41B62280-8533-4735-A63F-E21F67C08C02}" destId="{5706A430-1903-4AE3-8BA2-BD0E4DA03AC5}" srcOrd="4" destOrd="0" parTransId="{0F59A9F0-50B9-4E61-8249-1D8BDB009E4A}" sibTransId="{1CE067E3-2816-4E95-9B4B-F327565411BA}"/>
    <dgm:cxn modelId="{F7C190C2-5A81-4CDC-80C0-216793E8E2F0}" type="presOf" srcId="{389FD757-A867-442D-AE44-DE39D4E8F29C}" destId="{A0098050-5D8C-4572-9DB9-F260FE38E3E3}" srcOrd="0" destOrd="0" presId="urn:microsoft.com/office/officeart/2005/8/layout/orgChart1"/>
    <dgm:cxn modelId="{26E37FCA-2292-41F3-9615-9231ECB8B36E}" type="presOf" srcId="{FE38CDD9-4516-45B1-B2EE-A1B43A0E13B6}" destId="{8C1357D0-4674-4891-8B89-AA8DE6F95E88}" srcOrd="0" destOrd="0" presId="urn:microsoft.com/office/officeart/2005/8/layout/orgChart1"/>
    <dgm:cxn modelId="{481DC9CA-4A21-4344-8E0E-48F14D660459}" srcId="{41B62280-8533-4735-A63F-E21F67C08C02}" destId="{C68215E4-2EF6-4E88-9E1B-170CB86CC296}" srcOrd="3" destOrd="0" parTransId="{41A40440-D124-4655-B435-8350B55C889F}" sibTransId="{9ADAB2C6-E704-44FD-B14B-9B3D518F5968}"/>
    <dgm:cxn modelId="{7E5AEECB-52ED-4BF4-8323-B84CBE314B57}" type="presOf" srcId="{D4EF7992-9583-45D7-9099-0BD29574FB0F}" destId="{4C08FD48-E45C-4024-B2DB-B24C12995215}" srcOrd="0" destOrd="0" presId="urn:microsoft.com/office/officeart/2005/8/layout/orgChart1"/>
    <dgm:cxn modelId="{87CA57CD-1C31-4E7E-852C-5F77B1C3988A}" type="presOf" srcId="{D8D2EA7E-34DE-46F5-8B1F-99789475BB74}" destId="{C381E696-B87C-4E83-93A8-7CCFF3B5F532}" srcOrd="0" destOrd="0" presId="urn:microsoft.com/office/officeart/2005/8/layout/orgChart1"/>
    <dgm:cxn modelId="{41B040D3-A049-42F7-BBBF-99A97748BE24}" type="presOf" srcId="{0B00BC6D-FDFE-4540-9B83-6DB59F0132FD}" destId="{7F173DAB-878E-4147-B974-AD98372ACB2B}" srcOrd="0" destOrd="0" presId="urn:microsoft.com/office/officeart/2005/8/layout/orgChart1"/>
    <dgm:cxn modelId="{DF65F8D5-B8F9-4C3F-905F-5812D24FD816}" type="presOf" srcId="{A739B809-7190-4D79-B9F5-F5615235C3B5}" destId="{3DD71DC7-C0BE-4204-9855-D96F9CF1A132}" srcOrd="0" destOrd="0" presId="urn:microsoft.com/office/officeart/2005/8/layout/orgChart1"/>
    <dgm:cxn modelId="{C52436D6-36AA-40A2-B550-F56FFC7D7780}" type="presOf" srcId="{8DCDC81A-1799-4D6E-8605-057D46F1F357}" destId="{3F554C0A-D8D1-4419-8E4E-9C0F263C7534}" srcOrd="0" destOrd="0" presId="urn:microsoft.com/office/officeart/2005/8/layout/orgChart1"/>
    <dgm:cxn modelId="{E6F6FCD9-3C8B-422D-9F53-DC16AD0BE681}" type="presOf" srcId="{EC9728E8-2169-4984-B731-B4B0516C3312}" destId="{C8CDAA31-1EA6-4863-A8D6-C271FE4C5556}" srcOrd="1" destOrd="0" presId="urn:microsoft.com/office/officeart/2005/8/layout/orgChart1"/>
    <dgm:cxn modelId="{E0853FDE-CE39-4957-AFD1-D1097FF56BF9}" type="presOf" srcId="{D89F7AE8-BD84-4AB8-BB4F-72710A14BFF1}" destId="{7E1B21EE-F388-460F-8BFE-DF9612437A21}" srcOrd="0" destOrd="0" presId="urn:microsoft.com/office/officeart/2005/8/layout/orgChart1"/>
    <dgm:cxn modelId="{BE8A36E9-C164-4D20-BC22-92C70932BD28}" type="presOf" srcId="{770AEBF6-59A6-4B82-9501-26470E329776}" destId="{5F898A4A-51B9-4311-82DF-F6D8478F6147}" srcOrd="0" destOrd="0" presId="urn:microsoft.com/office/officeart/2005/8/layout/orgChart1"/>
    <dgm:cxn modelId="{8083EFEA-9560-44DB-B448-AEE8EBC09CD7}" srcId="{41B62280-8533-4735-A63F-E21F67C08C02}" destId="{477634E7-0EBD-4F7A-87A4-7EAB50141C3C}" srcOrd="0" destOrd="0" parTransId="{BEABB790-F81A-479C-B391-DB057EBA03C8}" sibTransId="{4EDBC5B7-5469-4A76-80C2-70E69F68589A}"/>
    <dgm:cxn modelId="{E9C37EEC-8382-46DA-A9D0-99C19223A176}" type="presOf" srcId="{DAF9BA48-3A55-49BB-AF3D-3598DDB03E67}" destId="{B8005D3F-72C9-4F32-B61C-210DC4B6BF35}" srcOrd="0" destOrd="0" presId="urn:microsoft.com/office/officeart/2005/8/layout/orgChart1"/>
    <dgm:cxn modelId="{FED3BFEF-072E-4257-8DB1-2EB684E8C9FD}" type="presOf" srcId="{B3B06F9F-76C7-481B-8EB5-FC88BA8E4370}" destId="{DA0A4F28-94DB-468C-95F9-41C707F02C42}" srcOrd="1" destOrd="0" presId="urn:microsoft.com/office/officeart/2005/8/layout/orgChart1"/>
    <dgm:cxn modelId="{24FC18F3-BDCC-4300-81E0-92B2DADF22C3}" type="presOf" srcId="{4E3A48EB-794D-4E84-85FA-7D27627CEE28}" destId="{E2180ECA-2A37-47E0-9EDD-1C8D11D80273}" srcOrd="1" destOrd="0" presId="urn:microsoft.com/office/officeart/2005/8/layout/orgChart1"/>
    <dgm:cxn modelId="{7FA483F8-9F2A-4435-8707-DE35E6E426A6}" srcId="{477634E7-0EBD-4F7A-87A4-7EAB50141C3C}" destId="{FE38CDD9-4516-45B1-B2EE-A1B43A0E13B6}" srcOrd="3" destOrd="0" parTransId="{02ED5C2D-DE23-4D10-9F1A-18F71F83F9AF}" sibTransId="{96898C06-F9C8-4533-A79A-8AA54B1D7C8F}"/>
    <dgm:cxn modelId="{C563CAFA-8790-4535-9D81-33F274C18690}" type="presOf" srcId="{51C6D30B-F421-4877-8E79-CA514A34E5C7}" destId="{6D35CEE1-CD86-48E4-B266-768559DC0D8F}" srcOrd="0" destOrd="0" presId="urn:microsoft.com/office/officeart/2005/8/layout/orgChart1"/>
    <dgm:cxn modelId="{39127DFB-9481-4295-AB32-92D3EF823BC2}" type="presOf" srcId="{9BBA5F35-ACEB-47CC-A562-580C646E9EB0}" destId="{201B734B-FC11-4889-9A9B-52103693A7FB}" srcOrd="0" destOrd="0" presId="urn:microsoft.com/office/officeart/2005/8/layout/orgChart1"/>
    <dgm:cxn modelId="{255C8FF1-CDBA-4021-B813-181C6B4B7C41}" type="presParOf" srcId="{5DACDB8E-5B0B-4495-88EA-CA5059F2F855}" destId="{01992C34-A2E2-434E-93E2-8A26685840E5}" srcOrd="0" destOrd="0" presId="urn:microsoft.com/office/officeart/2005/8/layout/orgChart1"/>
    <dgm:cxn modelId="{380B8308-6BA5-46BC-9DD7-ACC0DEDC992A}" type="presParOf" srcId="{01992C34-A2E2-434E-93E2-8A26685840E5}" destId="{8F7D5505-0AF5-4D6A-ABAD-22207C9700CA}" srcOrd="0" destOrd="0" presId="urn:microsoft.com/office/officeart/2005/8/layout/orgChart1"/>
    <dgm:cxn modelId="{19CD0602-F63F-4524-B14C-0C6BD9B3A8D3}" type="presParOf" srcId="{8F7D5505-0AF5-4D6A-ABAD-22207C9700CA}" destId="{36EB5CEB-11EC-4711-A1F2-54EDF572BB14}" srcOrd="0" destOrd="0" presId="urn:microsoft.com/office/officeart/2005/8/layout/orgChart1"/>
    <dgm:cxn modelId="{978E36FF-662F-4CE8-8481-BE4497589806}" type="presParOf" srcId="{8F7D5505-0AF5-4D6A-ABAD-22207C9700CA}" destId="{86490674-47F5-4DAF-8E1A-6F19308C413C}" srcOrd="1" destOrd="0" presId="urn:microsoft.com/office/officeart/2005/8/layout/orgChart1"/>
    <dgm:cxn modelId="{B8BE9444-B290-48C8-B580-330024953654}" type="presParOf" srcId="{01992C34-A2E2-434E-93E2-8A26685840E5}" destId="{EB12497C-902B-4D32-BE82-475F2D41F3C2}" srcOrd="1" destOrd="0" presId="urn:microsoft.com/office/officeart/2005/8/layout/orgChart1"/>
    <dgm:cxn modelId="{251E23B1-D87D-4AB5-915A-C048F612F862}" type="presParOf" srcId="{EB12497C-902B-4D32-BE82-475F2D41F3C2}" destId="{09C12934-D59F-427A-AAFB-835209D7178B}" srcOrd="0" destOrd="0" presId="urn:microsoft.com/office/officeart/2005/8/layout/orgChart1"/>
    <dgm:cxn modelId="{D5DA5BFE-5BF7-4676-9F65-BC932A05A3D9}" type="presParOf" srcId="{EB12497C-902B-4D32-BE82-475F2D41F3C2}" destId="{819E8669-E583-441D-B718-10E046DF0848}" srcOrd="1" destOrd="0" presId="urn:microsoft.com/office/officeart/2005/8/layout/orgChart1"/>
    <dgm:cxn modelId="{8938F511-6B1D-4933-A818-F8FBD24F1402}" type="presParOf" srcId="{819E8669-E583-441D-B718-10E046DF0848}" destId="{0CE12A49-AE95-45CE-8AE6-9B93B8D65B1C}" srcOrd="0" destOrd="0" presId="urn:microsoft.com/office/officeart/2005/8/layout/orgChart1"/>
    <dgm:cxn modelId="{77D4CCDF-477A-4D85-B314-558C392CC6F5}" type="presParOf" srcId="{0CE12A49-AE95-45CE-8AE6-9B93B8D65B1C}" destId="{BD4034E8-B63A-47BA-8E33-D928883CAC8B}" srcOrd="0" destOrd="0" presId="urn:microsoft.com/office/officeart/2005/8/layout/orgChart1"/>
    <dgm:cxn modelId="{0076F1EA-7C8F-43ED-8A1C-53A5DE909A3A}" type="presParOf" srcId="{0CE12A49-AE95-45CE-8AE6-9B93B8D65B1C}" destId="{D5FD5846-335E-47D7-87AE-A5499EB1CEDA}" srcOrd="1" destOrd="0" presId="urn:microsoft.com/office/officeart/2005/8/layout/orgChart1"/>
    <dgm:cxn modelId="{FE88D5E1-8742-4978-8C0E-AD498480A9F2}" type="presParOf" srcId="{819E8669-E583-441D-B718-10E046DF0848}" destId="{212B11E1-0646-4756-B6AD-D9EA0BE93252}" srcOrd="1" destOrd="0" presId="urn:microsoft.com/office/officeart/2005/8/layout/orgChart1"/>
    <dgm:cxn modelId="{621404FD-71C3-433F-A540-E39EC9BEE521}" type="presParOf" srcId="{212B11E1-0646-4756-B6AD-D9EA0BE93252}" destId="{D2333FCF-58CF-4BFB-9ECF-E5CA50F9194B}" srcOrd="0" destOrd="0" presId="urn:microsoft.com/office/officeart/2005/8/layout/orgChart1"/>
    <dgm:cxn modelId="{94A4232F-0A7D-4676-97E6-D08EA6D270D4}" type="presParOf" srcId="{212B11E1-0646-4756-B6AD-D9EA0BE93252}" destId="{B8D2E5B4-BA25-4565-90F5-B6BAE058AEA9}" srcOrd="1" destOrd="0" presId="urn:microsoft.com/office/officeart/2005/8/layout/orgChart1"/>
    <dgm:cxn modelId="{4357501F-3EEE-4B48-AF0D-D00763D1703A}" type="presParOf" srcId="{B8D2E5B4-BA25-4565-90F5-B6BAE058AEA9}" destId="{FFFF075B-0FC9-4C6D-B031-3814D2A8B7A9}" srcOrd="0" destOrd="0" presId="urn:microsoft.com/office/officeart/2005/8/layout/orgChart1"/>
    <dgm:cxn modelId="{D89EF151-7DEB-484E-AA8E-4F2E20A66725}" type="presParOf" srcId="{FFFF075B-0FC9-4C6D-B031-3814D2A8B7A9}" destId="{4C08FD48-E45C-4024-B2DB-B24C12995215}" srcOrd="0" destOrd="0" presId="urn:microsoft.com/office/officeart/2005/8/layout/orgChart1"/>
    <dgm:cxn modelId="{D6FDBEF3-EAA1-4B4D-806F-D97B5FCE62FF}" type="presParOf" srcId="{FFFF075B-0FC9-4C6D-B031-3814D2A8B7A9}" destId="{5599541E-5EDC-48DD-BBA8-825FC7A47A85}" srcOrd="1" destOrd="0" presId="urn:microsoft.com/office/officeart/2005/8/layout/orgChart1"/>
    <dgm:cxn modelId="{1D90871E-C8D0-494C-B7BF-193C387140D1}" type="presParOf" srcId="{B8D2E5B4-BA25-4565-90F5-B6BAE058AEA9}" destId="{636A74CA-F114-4441-9755-4A638D7DD0CE}" srcOrd="1" destOrd="0" presId="urn:microsoft.com/office/officeart/2005/8/layout/orgChart1"/>
    <dgm:cxn modelId="{45CBAFE4-78A3-479F-B873-4F5E145381A5}" type="presParOf" srcId="{B8D2E5B4-BA25-4565-90F5-B6BAE058AEA9}" destId="{03F685C3-8E57-4736-A60F-2D9C60A27B8E}" srcOrd="2" destOrd="0" presId="urn:microsoft.com/office/officeart/2005/8/layout/orgChart1"/>
    <dgm:cxn modelId="{5FBA487B-A809-4431-B208-FB98EE13F66C}" type="presParOf" srcId="{212B11E1-0646-4756-B6AD-D9EA0BE93252}" destId="{7F173DAB-878E-4147-B974-AD98372ACB2B}" srcOrd="2" destOrd="0" presId="urn:microsoft.com/office/officeart/2005/8/layout/orgChart1"/>
    <dgm:cxn modelId="{FFE77EB1-E2D3-4911-A31E-BB6C0F63EA58}" type="presParOf" srcId="{212B11E1-0646-4756-B6AD-D9EA0BE93252}" destId="{4343D8BD-0C75-4A0D-9003-0A0A742413A5}" srcOrd="3" destOrd="0" presId="urn:microsoft.com/office/officeart/2005/8/layout/orgChart1"/>
    <dgm:cxn modelId="{11CADDD9-4CAA-4CC9-A8C1-81C200AE18EF}" type="presParOf" srcId="{4343D8BD-0C75-4A0D-9003-0A0A742413A5}" destId="{1D6AA6C1-232E-4A0E-AD5C-92D22EAF3834}" srcOrd="0" destOrd="0" presId="urn:microsoft.com/office/officeart/2005/8/layout/orgChart1"/>
    <dgm:cxn modelId="{0ECBCD29-F991-4C1D-92D4-2989BF6EAAF4}" type="presParOf" srcId="{1D6AA6C1-232E-4A0E-AD5C-92D22EAF3834}" destId="{FA699831-F598-47A4-8DC4-011C2DEB4AB2}" srcOrd="0" destOrd="0" presId="urn:microsoft.com/office/officeart/2005/8/layout/orgChart1"/>
    <dgm:cxn modelId="{A00DDE7D-2FF8-4D8B-B948-028B5BA8AC38}" type="presParOf" srcId="{1D6AA6C1-232E-4A0E-AD5C-92D22EAF3834}" destId="{67B4273D-2451-4EE3-94D7-051B64250C41}" srcOrd="1" destOrd="0" presId="urn:microsoft.com/office/officeart/2005/8/layout/orgChart1"/>
    <dgm:cxn modelId="{332E578F-1AC0-47DA-A32F-1C93ACA4B573}" type="presParOf" srcId="{4343D8BD-0C75-4A0D-9003-0A0A742413A5}" destId="{905B19D9-ECD4-471C-A6E9-C383A8C25D78}" srcOrd="1" destOrd="0" presId="urn:microsoft.com/office/officeart/2005/8/layout/orgChart1"/>
    <dgm:cxn modelId="{9FC261BE-0501-4429-889E-7F2DC9D05E5E}" type="presParOf" srcId="{4343D8BD-0C75-4A0D-9003-0A0A742413A5}" destId="{8218FC24-8669-42BD-B816-4D3DD034162D}" srcOrd="2" destOrd="0" presId="urn:microsoft.com/office/officeart/2005/8/layout/orgChart1"/>
    <dgm:cxn modelId="{E5974FD0-2C1F-4BC8-849C-9CBC2299A5AB}" type="presParOf" srcId="{212B11E1-0646-4756-B6AD-D9EA0BE93252}" destId="{9009D71A-FAE3-41F9-9CD6-FAC0A0AB3095}" srcOrd="4" destOrd="0" presId="urn:microsoft.com/office/officeart/2005/8/layout/orgChart1"/>
    <dgm:cxn modelId="{F4062898-BAE6-4C7B-A5E8-9242C49C003E}" type="presParOf" srcId="{212B11E1-0646-4756-B6AD-D9EA0BE93252}" destId="{ADE95828-E57A-4B1D-94A7-B5B434018C36}" srcOrd="5" destOrd="0" presId="urn:microsoft.com/office/officeart/2005/8/layout/orgChart1"/>
    <dgm:cxn modelId="{D5708B54-5F17-4BF8-B3CA-BB505F7C0CFC}" type="presParOf" srcId="{ADE95828-E57A-4B1D-94A7-B5B434018C36}" destId="{C1E0B314-A03C-443C-AD46-3E69003C5C1A}" srcOrd="0" destOrd="0" presId="urn:microsoft.com/office/officeart/2005/8/layout/orgChart1"/>
    <dgm:cxn modelId="{063E8001-199D-442E-B9F9-94B0CD141DF7}" type="presParOf" srcId="{C1E0B314-A03C-443C-AD46-3E69003C5C1A}" destId="{6A616F8D-408D-4570-945E-664C0A41FB9F}" srcOrd="0" destOrd="0" presId="urn:microsoft.com/office/officeart/2005/8/layout/orgChart1"/>
    <dgm:cxn modelId="{B937005D-FA72-4E74-A354-82978668E696}" type="presParOf" srcId="{C1E0B314-A03C-443C-AD46-3E69003C5C1A}" destId="{32903F15-98EC-46DB-BC71-69B80DA8BF48}" srcOrd="1" destOrd="0" presId="urn:microsoft.com/office/officeart/2005/8/layout/orgChart1"/>
    <dgm:cxn modelId="{4BB85A67-BE89-43D6-A405-9ADBE8FAFB90}" type="presParOf" srcId="{ADE95828-E57A-4B1D-94A7-B5B434018C36}" destId="{3EF47921-F48E-4E97-A290-616FA7FBAE15}" srcOrd="1" destOrd="0" presId="urn:microsoft.com/office/officeart/2005/8/layout/orgChart1"/>
    <dgm:cxn modelId="{42C3D691-C9FB-4C1C-896C-14B1713DBC68}" type="presParOf" srcId="{ADE95828-E57A-4B1D-94A7-B5B434018C36}" destId="{852131F8-97F4-44E2-AFFC-1715D3579B1B}" srcOrd="2" destOrd="0" presId="urn:microsoft.com/office/officeart/2005/8/layout/orgChart1"/>
    <dgm:cxn modelId="{9728F22F-3704-4DD0-A21F-FFDEBBEF3935}" type="presParOf" srcId="{212B11E1-0646-4756-B6AD-D9EA0BE93252}" destId="{840E97C3-F5ED-4186-AE31-A9B0134F20BD}" srcOrd="6" destOrd="0" presId="urn:microsoft.com/office/officeart/2005/8/layout/orgChart1"/>
    <dgm:cxn modelId="{BA2A45DA-E91D-4FB2-8611-1598AED4DF0F}" type="presParOf" srcId="{212B11E1-0646-4756-B6AD-D9EA0BE93252}" destId="{E1AE2010-A38B-44A1-AE5B-B9DC832A5C90}" srcOrd="7" destOrd="0" presId="urn:microsoft.com/office/officeart/2005/8/layout/orgChart1"/>
    <dgm:cxn modelId="{9EB5F717-9D20-408A-AF8D-E643CC43FFCE}" type="presParOf" srcId="{E1AE2010-A38B-44A1-AE5B-B9DC832A5C90}" destId="{1879AEB4-7FE1-40B6-AC2D-D2AEF0DB6490}" srcOrd="0" destOrd="0" presId="urn:microsoft.com/office/officeart/2005/8/layout/orgChart1"/>
    <dgm:cxn modelId="{A5FA197E-9916-4163-9C45-C2CBAF29BD54}" type="presParOf" srcId="{1879AEB4-7FE1-40B6-AC2D-D2AEF0DB6490}" destId="{8C1357D0-4674-4891-8B89-AA8DE6F95E88}" srcOrd="0" destOrd="0" presId="urn:microsoft.com/office/officeart/2005/8/layout/orgChart1"/>
    <dgm:cxn modelId="{7D7EE572-630E-4A8E-BF85-41CE3D0524F6}" type="presParOf" srcId="{1879AEB4-7FE1-40B6-AC2D-D2AEF0DB6490}" destId="{5DB2974A-8657-4169-8BF8-77348BC9E0BB}" srcOrd="1" destOrd="0" presId="urn:microsoft.com/office/officeart/2005/8/layout/orgChart1"/>
    <dgm:cxn modelId="{78CF6A5B-D5A3-4E21-BC67-FBEA04F2A1A2}" type="presParOf" srcId="{E1AE2010-A38B-44A1-AE5B-B9DC832A5C90}" destId="{FF994B61-95A7-469F-90E7-B3FD37989870}" srcOrd="1" destOrd="0" presId="urn:microsoft.com/office/officeart/2005/8/layout/orgChart1"/>
    <dgm:cxn modelId="{1F3B8B16-6F6F-4E9C-8501-4145DE670501}" type="presParOf" srcId="{E1AE2010-A38B-44A1-AE5B-B9DC832A5C90}" destId="{13469E21-CDFB-44E7-A877-E06E170E2D5A}" srcOrd="2" destOrd="0" presId="urn:microsoft.com/office/officeart/2005/8/layout/orgChart1"/>
    <dgm:cxn modelId="{CE79CA9D-E6B9-423A-BEB4-021F2DEF30A1}" type="presParOf" srcId="{819E8669-E583-441D-B718-10E046DF0848}" destId="{6E0D8F53-ABA2-4DBA-9242-775A4E2879E0}" srcOrd="2" destOrd="0" presId="urn:microsoft.com/office/officeart/2005/8/layout/orgChart1"/>
    <dgm:cxn modelId="{E2C9081F-67CC-46D8-A26B-A9CB270E57FA}" type="presParOf" srcId="{EB12497C-902B-4D32-BE82-475F2D41F3C2}" destId="{3F554C0A-D8D1-4419-8E4E-9C0F263C7534}" srcOrd="2" destOrd="0" presId="urn:microsoft.com/office/officeart/2005/8/layout/orgChart1"/>
    <dgm:cxn modelId="{09078E00-682E-43C4-B44F-EC667EE070CF}" type="presParOf" srcId="{EB12497C-902B-4D32-BE82-475F2D41F3C2}" destId="{393935CF-1F8D-4171-BF92-02C13B925694}" srcOrd="3" destOrd="0" presId="urn:microsoft.com/office/officeart/2005/8/layout/orgChart1"/>
    <dgm:cxn modelId="{39052F21-6CE5-47E0-A12F-8807C4A5CE43}" type="presParOf" srcId="{393935CF-1F8D-4171-BF92-02C13B925694}" destId="{9669472C-7D5C-4FFD-B3CA-6924A793FE2F}" srcOrd="0" destOrd="0" presId="urn:microsoft.com/office/officeart/2005/8/layout/orgChart1"/>
    <dgm:cxn modelId="{7F1EA1D6-D431-4AE3-A2DA-1A9CD657B02D}" type="presParOf" srcId="{9669472C-7D5C-4FFD-B3CA-6924A793FE2F}" destId="{3EA04768-07CF-4F77-B1EB-A8511C08B997}" srcOrd="0" destOrd="0" presId="urn:microsoft.com/office/officeart/2005/8/layout/orgChart1"/>
    <dgm:cxn modelId="{6AA79B88-8F9A-45C2-86C1-9D29FD1038CE}" type="presParOf" srcId="{9669472C-7D5C-4FFD-B3CA-6924A793FE2F}" destId="{1B0CE1CE-D82D-4485-83D5-7AC3BA40AC1A}" srcOrd="1" destOrd="0" presId="urn:microsoft.com/office/officeart/2005/8/layout/orgChart1"/>
    <dgm:cxn modelId="{FBB16580-3957-4C68-A632-82BC6F51996D}" type="presParOf" srcId="{393935CF-1F8D-4171-BF92-02C13B925694}" destId="{DBFEE3FC-1321-473A-ABB6-8E180CDCEB84}" srcOrd="1" destOrd="0" presId="urn:microsoft.com/office/officeart/2005/8/layout/orgChart1"/>
    <dgm:cxn modelId="{3D4CB170-B65A-40AC-AD6B-30FB4C8008A8}" type="presParOf" srcId="{DBFEE3FC-1321-473A-ABB6-8E180CDCEB84}" destId="{5F898A4A-51B9-4311-82DF-F6D8478F6147}" srcOrd="0" destOrd="0" presId="urn:microsoft.com/office/officeart/2005/8/layout/orgChart1"/>
    <dgm:cxn modelId="{7FA9FAEA-6994-4C44-B798-5BE9FDE87FB6}" type="presParOf" srcId="{DBFEE3FC-1321-473A-ABB6-8E180CDCEB84}" destId="{AACF48B7-0D5A-4B7B-98A5-52ED04198AB3}" srcOrd="1" destOrd="0" presId="urn:microsoft.com/office/officeart/2005/8/layout/orgChart1"/>
    <dgm:cxn modelId="{E198E27F-7DF6-47EB-AB0C-B4C7D77C8400}" type="presParOf" srcId="{AACF48B7-0D5A-4B7B-98A5-52ED04198AB3}" destId="{B4593A83-1724-443D-B472-F6EF7BAC7960}" srcOrd="0" destOrd="0" presId="urn:microsoft.com/office/officeart/2005/8/layout/orgChart1"/>
    <dgm:cxn modelId="{5A0854DB-2AAA-4076-9A1A-807AA72C6B94}" type="presParOf" srcId="{B4593A83-1724-443D-B472-F6EF7BAC7960}" destId="{7E1B21EE-F388-460F-8BFE-DF9612437A21}" srcOrd="0" destOrd="0" presId="urn:microsoft.com/office/officeart/2005/8/layout/orgChart1"/>
    <dgm:cxn modelId="{E3FB22E4-76AA-452B-A8EF-C3518F86AEE8}" type="presParOf" srcId="{B4593A83-1724-443D-B472-F6EF7BAC7960}" destId="{41CFF197-6CFB-40AC-9826-38F642F7E399}" srcOrd="1" destOrd="0" presId="urn:microsoft.com/office/officeart/2005/8/layout/orgChart1"/>
    <dgm:cxn modelId="{2B80B743-EA0C-4B78-91EA-D24FAA81646E}" type="presParOf" srcId="{AACF48B7-0D5A-4B7B-98A5-52ED04198AB3}" destId="{DA7EE10A-3FF1-4863-ABC9-29FB4167BF9C}" srcOrd="1" destOrd="0" presId="urn:microsoft.com/office/officeart/2005/8/layout/orgChart1"/>
    <dgm:cxn modelId="{48A01D17-CF9D-44E7-8ADF-DA58362DC457}" type="presParOf" srcId="{AACF48B7-0D5A-4B7B-98A5-52ED04198AB3}" destId="{2C4028EF-D8FE-4581-8F7B-BA6F4916BECA}" srcOrd="2" destOrd="0" presId="urn:microsoft.com/office/officeart/2005/8/layout/orgChart1"/>
    <dgm:cxn modelId="{A1E661DE-73D8-4C8D-93D1-8DA93746BEC2}" type="presParOf" srcId="{DBFEE3FC-1321-473A-ABB6-8E180CDCEB84}" destId="{97ED9121-F2D4-49FB-8237-98E7C432EA8C}" srcOrd="2" destOrd="0" presId="urn:microsoft.com/office/officeart/2005/8/layout/orgChart1"/>
    <dgm:cxn modelId="{8CAA3B2F-50D4-47D1-8ED0-C2D850159714}" type="presParOf" srcId="{DBFEE3FC-1321-473A-ABB6-8E180CDCEB84}" destId="{7B9E4DFF-4FB2-4D25-A96C-F2CE78CCF7E2}" srcOrd="3" destOrd="0" presId="urn:microsoft.com/office/officeart/2005/8/layout/orgChart1"/>
    <dgm:cxn modelId="{11ED8739-4FE7-4B41-B10C-02C62C527849}" type="presParOf" srcId="{7B9E4DFF-4FB2-4D25-A96C-F2CE78CCF7E2}" destId="{006F0661-C249-4ABA-B16B-A69AC1015A4A}" srcOrd="0" destOrd="0" presId="urn:microsoft.com/office/officeart/2005/8/layout/orgChart1"/>
    <dgm:cxn modelId="{80194136-9792-4BB7-8717-58CDFF352958}" type="presParOf" srcId="{006F0661-C249-4ABA-B16B-A69AC1015A4A}" destId="{CE8216D4-6A58-46BC-B9ED-7A13BA4151ED}" srcOrd="0" destOrd="0" presId="urn:microsoft.com/office/officeart/2005/8/layout/orgChart1"/>
    <dgm:cxn modelId="{E7E20C7A-2470-45CF-918F-70CC11782E88}" type="presParOf" srcId="{006F0661-C249-4ABA-B16B-A69AC1015A4A}" destId="{3D7BAD5B-9E1B-47D3-B75F-31842D7DC0A5}" srcOrd="1" destOrd="0" presId="urn:microsoft.com/office/officeart/2005/8/layout/orgChart1"/>
    <dgm:cxn modelId="{50E7A71C-0F8A-4F84-BA35-B625C25D0C7A}" type="presParOf" srcId="{7B9E4DFF-4FB2-4D25-A96C-F2CE78CCF7E2}" destId="{0FC2A05D-83C9-41C1-9139-C87D94F4D0BF}" srcOrd="1" destOrd="0" presId="urn:microsoft.com/office/officeart/2005/8/layout/orgChart1"/>
    <dgm:cxn modelId="{218DFECC-90CD-48B8-AE84-547046876EEF}" type="presParOf" srcId="{7B9E4DFF-4FB2-4D25-A96C-F2CE78CCF7E2}" destId="{4FCC1A50-5CB9-4D5F-A3D1-C9E204A2D1A8}" srcOrd="2" destOrd="0" presId="urn:microsoft.com/office/officeart/2005/8/layout/orgChart1"/>
    <dgm:cxn modelId="{24E34475-A2E1-4F93-A419-5F23E7C6CB85}" type="presParOf" srcId="{DBFEE3FC-1321-473A-ABB6-8E180CDCEB84}" destId="{C381E696-B87C-4E83-93A8-7CCFF3B5F532}" srcOrd="4" destOrd="0" presId="urn:microsoft.com/office/officeart/2005/8/layout/orgChart1"/>
    <dgm:cxn modelId="{B791F0CF-C553-4A17-938C-A9F397365F02}" type="presParOf" srcId="{DBFEE3FC-1321-473A-ABB6-8E180CDCEB84}" destId="{94D2F12A-719D-44FD-A3DE-3F0DC126F0C1}" srcOrd="5" destOrd="0" presId="urn:microsoft.com/office/officeart/2005/8/layout/orgChart1"/>
    <dgm:cxn modelId="{9413DC14-EB00-46DB-AF8D-E4F661A7DC11}" type="presParOf" srcId="{94D2F12A-719D-44FD-A3DE-3F0DC126F0C1}" destId="{FF01CCE5-5E2E-4871-8EE2-966D3D442572}" srcOrd="0" destOrd="0" presId="urn:microsoft.com/office/officeart/2005/8/layout/orgChart1"/>
    <dgm:cxn modelId="{68326165-4616-44D6-A4E6-095431C47618}" type="presParOf" srcId="{FF01CCE5-5E2E-4871-8EE2-966D3D442572}" destId="{A9268A67-E06E-455D-955E-56FEEE3916BB}" srcOrd="0" destOrd="0" presId="urn:microsoft.com/office/officeart/2005/8/layout/orgChart1"/>
    <dgm:cxn modelId="{E7B2032C-DC9A-4147-ADC1-566E8446DB77}" type="presParOf" srcId="{FF01CCE5-5E2E-4871-8EE2-966D3D442572}" destId="{E2180ECA-2A37-47E0-9EDD-1C8D11D80273}" srcOrd="1" destOrd="0" presId="urn:microsoft.com/office/officeart/2005/8/layout/orgChart1"/>
    <dgm:cxn modelId="{722A40A2-24FB-4B99-95F0-5596221D193D}" type="presParOf" srcId="{94D2F12A-719D-44FD-A3DE-3F0DC126F0C1}" destId="{1218A21C-E1EE-4DC5-9FB6-7AC3BE2398C5}" srcOrd="1" destOrd="0" presId="urn:microsoft.com/office/officeart/2005/8/layout/orgChart1"/>
    <dgm:cxn modelId="{3B309E87-C762-44EC-A730-D7F014D22E0F}" type="presParOf" srcId="{94D2F12A-719D-44FD-A3DE-3F0DC126F0C1}" destId="{C8D19F8D-8644-48FA-9556-2404126F8893}" srcOrd="2" destOrd="0" presId="urn:microsoft.com/office/officeart/2005/8/layout/orgChart1"/>
    <dgm:cxn modelId="{EF3808DD-C236-43C9-B0EF-C6C71878DE8A}" type="presParOf" srcId="{DBFEE3FC-1321-473A-ABB6-8E180CDCEB84}" destId="{0FEA1E65-B054-4B26-B030-B3A63026E2B5}" srcOrd="6" destOrd="0" presId="urn:microsoft.com/office/officeart/2005/8/layout/orgChart1"/>
    <dgm:cxn modelId="{0132269A-F0F6-442B-ABEB-7362204C379C}" type="presParOf" srcId="{DBFEE3FC-1321-473A-ABB6-8E180CDCEB84}" destId="{A583E54B-FEDD-43E1-8193-9756ED2AC7F3}" srcOrd="7" destOrd="0" presId="urn:microsoft.com/office/officeart/2005/8/layout/orgChart1"/>
    <dgm:cxn modelId="{5A50E57E-C82A-4E37-A26E-ADB77E3BC5DC}" type="presParOf" srcId="{A583E54B-FEDD-43E1-8193-9756ED2AC7F3}" destId="{99BB7E98-A4D3-4477-B4EC-5A74ECF8CDA6}" srcOrd="0" destOrd="0" presId="urn:microsoft.com/office/officeart/2005/8/layout/orgChart1"/>
    <dgm:cxn modelId="{8219AC69-7087-42A1-AFC3-E18B20B81550}" type="presParOf" srcId="{99BB7E98-A4D3-4477-B4EC-5A74ECF8CDA6}" destId="{2B9C6DF1-CC29-46AE-8AA8-7D9FEEEA7B2E}" srcOrd="0" destOrd="0" presId="urn:microsoft.com/office/officeart/2005/8/layout/orgChart1"/>
    <dgm:cxn modelId="{26A67E18-BF03-4290-845A-E7D436E3D9C2}" type="presParOf" srcId="{99BB7E98-A4D3-4477-B4EC-5A74ECF8CDA6}" destId="{2B44954F-A935-4634-AA24-A3D2803F8789}" srcOrd="1" destOrd="0" presId="urn:microsoft.com/office/officeart/2005/8/layout/orgChart1"/>
    <dgm:cxn modelId="{26493F54-A5E3-49F1-A46E-E6161700D120}" type="presParOf" srcId="{A583E54B-FEDD-43E1-8193-9756ED2AC7F3}" destId="{6164D570-2F54-4DC1-8E42-720A55F68FE3}" srcOrd="1" destOrd="0" presId="urn:microsoft.com/office/officeart/2005/8/layout/orgChart1"/>
    <dgm:cxn modelId="{237538E0-F334-4CDC-A650-D0FA16A47080}" type="presParOf" srcId="{A583E54B-FEDD-43E1-8193-9756ED2AC7F3}" destId="{63A2FBF2-6161-4E86-B4D2-E784B7F037EF}" srcOrd="2" destOrd="0" presId="urn:microsoft.com/office/officeart/2005/8/layout/orgChart1"/>
    <dgm:cxn modelId="{4B166DBD-B7C7-439B-B086-9922B1E1BF6C}" type="presParOf" srcId="{393935CF-1F8D-4171-BF92-02C13B925694}" destId="{FFD477A0-F0C7-4A8C-BC55-AA9E473FF35E}" srcOrd="2" destOrd="0" presId="urn:microsoft.com/office/officeart/2005/8/layout/orgChart1"/>
    <dgm:cxn modelId="{AB8BA7A3-EFBC-46F7-8A97-A6FA410F1D62}" type="presParOf" srcId="{EB12497C-902B-4D32-BE82-475F2D41F3C2}" destId="{201B734B-FC11-4889-9A9B-52103693A7FB}" srcOrd="4" destOrd="0" presId="urn:microsoft.com/office/officeart/2005/8/layout/orgChart1"/>
    <dgm:cxn modelId="{01DDBC32-9789-4472-A583-3EC397D76901}" type="presParOf" srcId="{EB12497C-902B-4D32-BE82-475F2D41F3C2}" destId="{10DF1C3C-7F40-48EB-A392-ED90814D9C0D}" srcOrd="5" destOrd="0" presId="urn:microsoft.com/office/officeart/2005/8/layout/orgChart1"/>
    <dgm:cxn modelId="{103018C5-EA19-454F-87EF-89817C63D0BC}" type="presParOf" srcId="{10DF1C3C-7F40-48EB-A392-ED90814D9C0D}" destId="{8BC30462-4B60-4654-BC2B-8F1775526C0F}" srcOrd="0" destOrd="0" presId="urn:microsoft.com/office/officeart/2005/8/layout/orgChart1"/>
    <dgm:cxn modelId="{9D8A0EA1-CDA7-4A03-8B83-4A8B64C7771E}" type="presParOf" srcId="{8BC30462-4B60-4654-BC2B-8F1775526C0F}" destId="{5FD2C5AA-D0F1-4143-9E7C-5666B7F1C15E}" srcOrd="0" destOrd="0" presId="urn:microsoft.com/office/officeart/2005/8/layout/orgChart1"/>
    <dgm:cxn modelId="{63042A8E-BE83-4EC6-89C1-3D2BE87758D8}" type="presParOf" srcId="{8BC30462-4B60-4654-BC2B-8F1775526C0F}" destId="{C8CDAA31-1EA6-4863-A8D6-C271FE4C5556}" srcOrd="1" destOrd="0" presId="urn:microsoft.com/office/officeart/2005/8/layout/orgChart1"/>
    <dgm:cxn modelId="{24072195-1EB7-44B8-ADCA-CC4ACB89853B}" type="presParOf" srcId="{10DF1C3C-7F40-48EB-A392-ED90814D9C0D}" destId="{F72574B8-0D1E-4B20-A868-5A9F17141F5F}" srcOrd="1" destOrd="0" presId="urn:microsoft.com/office/officeart/2005/8/layout/orgChart1"/>
    <dgm:cxn modelId="{9F67C07E-45FA-4F2B-934E-88126635EF32}" type="presParOf" srcId="{F72574B8-0D1E-4B20-A868-5A9F17141F5F}" destId="{B8005D3F-72C9-4F32-B61C-210DC4B6BF35}" srcOrd="0" destOrd="0" presId="urn:microsoft.com/office/officeart/2005/8/layout/orgChart1"/>
    <dgm:cxn modelId="{EC8CD229-3984-4773-87B6-BF40F9B937AA}" type="presParOf" srcId="{F72574B8-0D1E-4B20-A868-5A9F17141F5F}" destId="{F57C0E6C-D0E5-4426-AA5C-B455CD07386F}" srcOrd="1" destOrd="0" presId="urn:microsoft.com/office/officeart/2005/8/layout/orgChart1"/>
    <dgm:cxn modelId="{722DCDFC-D56F-4E98-AC82-0EAC62691AC0}" type="presParOf" srcId="{F57C0E6C-D0E5-4426-AA5C-B455CD07386F}" destId="{1E93BE0D-69FB-4411-BE24-DCFBA93A48BE}" srcOrd="0" destOrd="0" presId="urn:microsoft.com/office/officeart/2005/8/layout/orgChart1"/>
    <dgm:cxn modelId="{71F0E1A4-084F-4679-9845-6BC16E549EF4}" type="presParOf" srcId="{1E93BE0D-69FB-4411-BE24-DCFBA93A48BE}" destId="{A0098050-5D8C-4572-9DB9-F260FE38E3E3}" srcOrd="0" destOrd="0" presId="urn:microsoft.com/office/officeart/2005/8/layout/orgChart1"/>
    <dgm:cxn modelId="{5251A98A-2820-4A35-8585-198477E95042}" type="presParOf" srcId="{1E93BE0D-69FB-4411-BE24-DCFBA93A48BE}" destId="{D6CFFC3D-3E3D-464E-8365-9CF6D7D50AF6}" srcOrd="1" destOrd="0" presId="urn:microsoft.com/office/officeart/2005/8/layout/orgChart1"/>
    <dgm:cxn modelId="{C730672E-0B10-4959-85F5-3D0360741A69}" type="presParOf" srcId="{F57C0E6C-D0E5-4426-AA5C-B455CD07386F}" destId="{CE540D49-AD8E-4E73-8738-925A4E698039}" srcOrd="1" destOrd="0" presId="urn:microsoft.com/office/officeart/2005/8/layout/orgChart1"/>
    <dgm:cxn modelId="{234BFA57-1C5F-4E49-8365-0374735B0ABF}" type="presParOf" srcId="{F57C0E6C-D0E5-4426-AA5C-B455CD07386F}" destId="{BEC30F3C-71D2-4549-953A-E3691A8CB2F4}" srcOrd="2" destOrd="0" presId="urn:microsoft.com/office/officeart/2005/8/layout/orgChart1"/>
    <dgm:cxn modelId="{3CC57EC2-5A73-45FD-B729-5156D415D1AE}" type="presParOf" srcId="{10DF1C3C-7F40-48EB-A392-ED90814D9C0D}" destId="{BC1C1172-8225-4D55-9D84-F3D945312419}" srcOrd="2" destOrd="0" presId="urn:microsoft.com/office/officeart/2005/8/layout/orgChart1"/>
    <dgm:cxn modelId="{632F45CE-D013-46A7-95B9-99B0ED2D906C}" type="presParOf" srcId="{EB12497C-902B-4D32-BE82-475F2D41F3C2}" destId="{41E821E4-1863-466D-9ACD-E0A9756DA700}" srcOrd="6" destOrd="0" presId="urn:microsoft.com/office/officeart/2005/8/layout/orgChart1"/>
    <dgm:cxn modelId="{2CB111E9-C547-43C6-9DA2-BAE1682608EA}" type="presParOf" srcId="{EB12497C-902B-4D32-BE82-475F2D41F3C2}" destId="{F098CC0F-D7FF-4326-969E-8DA1C344C26E}" srcOrd="7" destOrd="0" presId="urn:microsoft.com/office/officeart/2005/8/layout/orgChart1"/>
    <dgm:cxn modelId="{49B281E5-C17E-4855-A713-167DF998AF78}" type="presParOf" srcId="{F098CC0F-D7FF-4326-969E-8DA1C344C26E}" destId="{2E0795AC-D43D-408D-AEC8-38E93655713D}" srcOrd="0" destOrd="0" presId="urn:microsoft.com/office/officeart/2005/8/layout/orgChart1"/>
    <dgm:cxn modelId="{69EC1BBB-F6CA-449F-A47C-6A613F532F51}" type="presParOf" srcId="{2E0795AC-D43D-408D-AEC8-38E93655713D}" destId="{14C6A37D-984E-4ECA-B8AA-16936F65F38E}" srcOrd="0" destOrd="0" presId="urn:microsoft.com/office/officeart/2005/8/layout/orgChart1"/>
    <dgm:cxn modelId="{6113CB83-6B85-4C6F-89FD-891F7C79154A}" type="presParOf" srcId="{2E0795AC-D43D-408D-AEC8-38E93655713D}" destId="{369FB555-4846-4EA2-B5AD-88960C052486}" srcOrd="1" destOrd="0" presId="urn:microsoft.com/office/officeart/2005/8/layout/orgChart1"/>
    <dgm:cxn modelId="{545B6D28-4CF1-47DC-975F-A6532E0725FB}" type="presParOf" srcId="{F098CC0F-D7FF-4326-969E-8DA1C344C26E}" destId="{1DE77E68-9CE5-435B-BF8F-D28D35E9BCEC}" srcOrd="1" destOrd="0" presId="urn:microsoft.com/office/officeart/2005/8/layout/orgChart1"/>
    <dgm:cxn modelId="{CE72A63A-1D37-49A4-B0BB-5CB34F00BFE8}" type="presParOf" srcId="{1DE77E68-9CE5-435B-BF8F-D28D35E9BCEC}" destId="{07060E1C-6D00-49A4-ADD1-2C23A30D5EF4}" srcOrd="0" destOrd="0" presId="urn:microsoft.com/office/officeart/2005/8/layout/orgChart1"/>
    <dgm:cxn modelId="{D7592FEF-459E-4119-A234-191501F6B318}" type="presParOf" srcId="{1DE77E68-9CE5-435B-BF8F-D28D35E9BCEC}" destId="{A06380CD-3D25-45D8-8AA6-A9A7A7709ADA}" srcOrd="1" destOrd="0" presId="urn:microsoft.com/office/officeart/2005/8/layout/orgChart1"/>
    <dgm:cxn modelId="{73F498CD-05E5-4EDB-8FE1-34B3E75D3E20}" type="presParOf" srcId="{A06380CD-3D25-45D8-8AA6-A9A7A7709ADA}" destId="{2C46AEDC-5A79-4B7A-9AA7-10740AE0E83E}" srcOrd="0" destOrd="0" presId="urn:microsoft.com/office/officeart/2005/8/layout/orgChart1"/>
    <dgm:cxn modelId="{1C3F3A64-0C7B-464E-AC29-173E91857428}" type="presParOf" srcId="{2C46AEDC-5A79-4B7A-9AA7-10740AE0E83E}" destId="{3090CE14-BF9D-453C-A55B-FFA5AD055DC5}" srcOrd="0" destOrd="0" presId="urn:microsoft.com/office/officeart/2005/8/layout/orgChart1"/>
    <dgm:cxn modelId="{CBC7F364-9347-42DB-93F3-D81E15910075}" type="presParOf" srcId="{2C46AEDC-5A79-4B7A-9AA7-10740AE0E83E}" destId="{DA0A4F28-94DB-468C-95F9-41C707F02C42}" srcOrd="1" destOrd="0" presId="urn:microsoft.com/office/officeart/2005/8/layout/orgChart1"/>
    <dgm:cxn modelId="{FE2D46B6-EE77-49FC-A6EB-4D0FDE1BBBE5}" type="presParOf" srcId="{A06380CD-3D25-45D8-8AA6-A9A7A7709ADA}" destId="{9E0432BA-78F0-46C9-9488-E96E774DE650}" srcOrd="1" destOrd="0" presId="urn:microsoft.com/office/officeart/2005/8/layout/orgChart1"/>
    <dgm:cxn modelId="{30647327-4AE6-4D20-BE79-0B4BEABF389A}" type="presParOf" srcId="{A06380CD-3D25-45D8-8AA6-A9A7A7709ADA}" destId="{871B6390-30EF-4807-891D-365CAB78ECF1}" srcOrd="2" destOrd="0" presId="urn:microsoft.com/office/officeart/2005/8/layout/orgChart1"/>
    <dgm:cxn modelId="{B9CA7AB1-2C4F-4202-A96B-82FA037ADFD9}" type="presParOf" srcId="{F098CC0F-D7FF-4326-969E-8DA1C344C26E}" destId="{9F540FED-6F15-4EB1-B7E6-E0BE10212F48}" srcOrd="2" destOrd="0" presId="urn:microsoft.com/office/officeart/2005/8/layout/orgChart1"/>
    <dgm:cxn modelId="{66FB6631-7725-4B4A-9D19-6F514F854769}" type="presParOf" srcId="{EB12497C-902B-4D32-BE82-475F2D41F3C2}" destId="{826FDBE3-365A-438F-8976-CAA0AD2AF9BB}" srcOrd="8" destOrd="0" presId="urn:microsoft.com/office/officeart/2005/8/layout/orgChart1"/>
    <dgm:cxn modelId="{A9AEF1E2-4F3D-4980-9F84-8694F21423BC}" type="presParOf" srcId="{EB12497C-902B-4D32-BE82-475F2D41F3C2}" destId="{AC10AF6A-4FE5-46AF-8904-4E3C96E0F195}" srcOrd="9" destOrd="0" presId="urn:microsoft.com/office/officeart/2005/8/layout/orgChart1"/>
    <dgm:cxn modelId="{D5E46A59-CE4A-42D1-B9E6-BD70DC449D8F}" type="presParOf" srcId="{AC10AF6A-4FE5-46AF-8904-4E3C96E0F195}" destId="{A42EB6EB-01D8-47D1-84DD-1D6D78D43F97}" srcOrd="0" destOrd="0" presId="urn:microsoft.com/office/officeart/2005/8/layout/orgChart1"/>
    <dgm:cxn modelId="{5AB14033-9E4D-4DD5-9A53-6281872CEA71}" type="presParOf" srcId="{A42EB6EB-01D8-47D1-84DD-1D6D78D43F97}" destId="{9ACF7443-6D72-41CC-ABB7-275FAE9A7DE0}" srcOrd="0" destOrd="0" presId="urn:microsoft.com/office/officeart/2005/8/layout/orgChart1"/>
    <dgm:cxn modelId="{FF0BB44C-391E-4D97-A789-A22848291835}" type="presParOf" srcId="{A42EB6EB-01D8-47D1-84DD-1D6D78D43F97}" destId="{056F5048-88C8-4BAF-A0A7-C96E8A1E3B33}" srcOrd="1" destOrd="0" presId="urn:microsoft.com/office/officeart/2005/8/layout/orgChart1"/>
    <dgm:cxn modelId="{493BA967-4AB2-4254-A6C3-F764E4475294}" type="presParOf" srcId="{AC10AF6A-4FE5-46AF-8904-4E3C96E0F195}" destId="{C9EFF2F1-9B07-47E3-AED3-DAEB588877CE}" srcOrd="1" destOrd="0" presId="urn:microsoft.com/office/officeart/2005/8/layout/orgChart1"/>
    <dgm:cxn modelId="{8B3A54CA-678B-4529-80B5-E4FC28F2099A}" type="presParOf" srcId="{C9EFF2F1-9B07-47E3-AED3-DAEB588877CE}" destId="{F38E0E78-6CBD-45A6-8624-17FCAB3D851F}" srcOrd="0" destOrd="0" presId="urn:microsoft.com/office/officeart/2005/8/layout/orgChart1"/>
    <dgm:cxn modelId="{129BB56F-4CB4-441A-9EF5-0FADA78EFC9C}" type="presParOf" srcId="{C9EFF2F1-9B07-47E3-AED3-DAEB588877CE}" destId="{CD775B42-7461-418A-89B3-D46A78179D9E}" srcOrd="1" destOrd="0" presId="urn:microsoft.com/office/officeart/2005/8/layout/orgChart1"/>
    <dgm:cxn modelId="{3A8547F3-D666-474E-A847-9821C77DCBB3}" type="presParOf" srcId="{CD775B42-7461-418A-89B3-D46A78179D9E}" destId="{E969A44B-D56C-47D9-B8C0-1EAD26122551}" srcOrd="0" destOrd="0" presId="urn:microsoft.com/office/officeart/2005/8/layout/orgChart1"/>
    <dgm:cxn modelId="{2B1D182E-4B3C-40C7-85D6-6F549D5349F7}" type="presParOf" srcId="{E969A44B-D56C-47D9-B8C0-1EAD26122551}" destId="{AB2DF0DA-9DDC-44DB-B57A-A9B97B44FD3C}" srcOrd="0" destOrd="0" presId="urn:microsoft.com/office/officeart/2005/8/layout/orgChart1"/>
    <dgm:cxn modelId="{6AACA09B-D1F2-45B6-802B-CF07BB8C87A7}" type="presParOf" srcId="{E969A44B-D56C-47D9-B8C0-1EAD26122551}" destId="{1B45D8D4-CDBC-4299-AF71-998B181D69A8}" srcOrd="1" destOrd="0" presId="urn:microsoft.com/office/officeart/2005/8/layout/orgChart1"/>
    <dgm:cxn modelId="{758CBF48-825C-4F78-BBBE-2A3ED9A9F870}" type="presParOf" srcId="{CD775B42-7461-418A-89B3-D46A78179D9E}" destId="{F4061B7A-94E2-43FC-9044-BAFA32FF8C7D}" srcOrd="1" destOrd="0" presId="urn:microsoft.com/office/officeart/2005/8/layout/orgChart1"/>
    <dgm:cxn modelId="{8CC1B10E-4EF4-4FA2-8D44-97B93E8134B0}" type="presParOf" srcId="{CD775B42-7461-418A-89B3-D46A78179D9E}" destId="{316ABAD5-3656-4684-96FD-B105E67194AC}" srcOrd="2" destOrd="0" presId="urn:microsoft.com/office/officeart/2005/8/layout/orgChart1"/>
    <dgm:cxn modelId="{4C7C0A9B-2E8B-44C6-B6C2-52E6AAEB28EA}" type="presParOf" srcId="{C9EFF2F1-9B07-47E3-AED3-DAEB588877CE}" destId="{6D35CEE1-CD86-48E4-B266-768559DC0D8F}" srcOrd="2" destOrd="0" presId="urn:microsoft.com/office/officeart/2005/8/layout/orgChart1"/>
    <dgm:cxn modelId="{9D00C9E1-187B-4761-9620-89B5FA50E2ED}" type="presParOf" srcId="{C9EFF2F1-9B07-47E3-AED3-DAEB588877CE}" destId="{2885C8D1-6275-49EC-859A-155939921EF6}" srcOrd="3" destOrd="0" presId="urn:microsoft.com/office/officeart/2005/8/layout/orgChart1"/>
    <dgm:cxn modelId="{347705DC-1AB5-41E5-9372-04FE43DDFCBB}" type="presParOf" srcId="{2885C8D1-6275-49EC-859A-155939921EF6}" destId="{20B83A01-9EB9-44BE-9D61-CEF20DF0E2F5}" srcOrd="0" destOrd="0" presId="urn:microsoft.com/office/officeart/2005/8/layout/orgChart1"/>
    <dgm:cxn modelId="{DD68E1F5-C312-4946-9CC9-A0DF6FAF4E55}" type="presParOf" srcId="{20B83A01-9EB9-44BE-9D61-CEF20DF0E2F5}" destId="{3DD71DC7-C0BE-4204-9855-D96F9CF1A132}" srcOrd="0" destOrd="0" presId="urn:microsoft.com/office/officeart/2005/8/layout/orgChart1"/>
    <dgm:cxn modelId="{D2A0569D-8CEB-4609-9C02-57587255783B}" type="presParOf" srcId="{20B83A01-9EB9-44BE-9D61-CEF20DF0E2F5}" destId="{42E39538-7E3C-4ECF-B0C7-C1B39CF15E5F}" srcOrd="1" destOrd="0" presId="urn:microsoft.com/office/officeart/2005/8/layout/orgChart1"/>
    <dgm:cxn modelId="{E20626A0-7822-4952-9759-0E74B7FA508E}" type="presParOf" srcId="{2885C8D1-6275-49EC-859A-155939921EF6}" destId="{87538984-9E4F-446C-B199-9CA3758C305C}" srcOrd="1" destOrd="0" presId="urn:microsoft.com/office/officeart/2005/8/layout/orgChart1"/>
    <dgm:cxn modelId="{3A04BD11-C41C-4EA8-B6FB-B9247FBBD144}" type="presParOf" srcId="{2885C8D1-6275-49EC-859A-155939921EF6}" destId="{F531A2DA-F6C6-4D38-8D3B-DBC895579451}" srcOrd="2" destOrd="0" presId="urn:microsoft.com/office/officeart/2005/8/layout/orgChart1"/>
    <dgm:cxn modelId="{58B08CD2-1027-4525-8B60-DA32C8C98ABA}" type="presParOf" srcId="{AC10AF6A-4FE5-46AF-8904-4E3C96E0F195}" destId="{2E708BF2-0068-48C0-8266-41520AEB3467}" srcOrd="2" destOrd="0" presId="urn:microsoft.com/office/officeart/2005/8/layout/orgChart1"/>
    <dgm:cxn modelId="{48259F0D-8228-4658-941B-6974C780C86F}" type="presParOf" srcId="{01992C34-A2E2-434E-93E2-8A26685840E5}" destId="{DB8DB72C-9A6C-429C-B569-341AE33C5523}" srcOrd="2" destOrd="0" presId="urn:microsoft.com/office/officeart/2005/8/layout/orgChart1"/>
  </dgm:cxnLst>
  <dgm:bg>
    <a:noFill/>
  </dgm:bg>
  <dgm:whole/>
  <dgm:extLst>
    <a:ext uri="http://schemas.microsoft.com/office/drawing/2008/diagram">
      <dsp:dataModelExt xmlns:dsp="http://schemas.microsoft.com/office/drawing/2008/diagram" relId="rId7" minVer="http://schemas.openxmlformats.org/drawingml/2006/diagram"/>
    </a:ext>
  </dgm:extLst>
</dgm:dataModel>
</file>

<file path=ppt/diagrams/drawing1.xml><?xml version="1.0" encoding="utf-8"?>
<dsp:drawing xmlns:dgm="http://schemas.openxmlformats.org/drawingml/2006/diagram" xmlns:dsp="http://schemas.microsoft.com/office/drawing/2008/diagram" xmlns:a="http://schemas.openxmlformats.org/drawingml/2006/main">
  <dsp:spTree>
    <dsp:nvGrpSpPr>
      <dsp:cNvPr id="0" name=""/>
      <dsp:cNvGrpSpPr/>
    </dsp:nvGrpSpPr>
    <dsp:grpSpPr/>
    <dsp:sp modelId="{6D35CEE1-CD86-48E4-B266-768559DC0D8F}">
      <dsp:nvSpPr>
        <dsp:cNvPr id="0" name=""/>
        <dsp:cNvSpPr/>
      </dsp:nvSpPr>
      <dsp:spPr>
        <a:xfrm>
          <a:off x="4040731" y="876261"/>
          <a:ext cx="108603" cy="847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7107"/>
              </a:lnTo>
              <a:lnTo>
                <a:pt x="108603" y="8471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F38E0E78-6CBD-45A6-8624-17FCAB3D851F}">
      <dsp:nvSpPr>
        <dsp:cNvPr id="0" name=""/>
        <dsp:cNvSpPr/>
      </dsp:nvSpPr>
      <dsp:spPr>
        <a:xfrm>
          <a:off x="4040731" y="876261"/>
          <a:ext cx="108603" cy="33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50"/>
              </a:lnTo>
              <a:lnTo>
                <a:pt x="108603" y="3330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26FDBE3-365A-438F-8976-CAA0AD2AF9BB}">
      <dsp:nvSpPr>
        <dsp:cNvPr id="0" name=""/>
        <dsp:cNvSpPr/>
      </dsp:nvSpPr>
      <dsp:spPr>
        <a:xfrm>
          <a:off x="2578204" y="362204"/>
          <a:ext cx="1752137" cy="152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22"/>
              </a:lnTo>
              <a:lnTo>
                <a:pt x="1752137" y="76022"/>
              </a:lnTo>
              <a:lnTo>
                <a:pt x="1752137" y="152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7060E1C-6D00-49A4-ADD1-2C23A30D5EF4}">
      <dsp:nvSpPr>
        <dsp:cNvPr id="0" name=""/>
        <dsp:cNvSpPr/>
      </dsp:nvSpPr>
      <dsp:spPr>
        <a:xfrm>
          <a:off x="3164663" y="876261"/>
          <a:ext cx="108603" cy="33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50"/>
              </a:lnTo>
              <a:lnTo>
                <a:pt x="108603" y="3330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41E821E4-1863-466D-9ACD-E0A9756DA700}">
      <dsp:nvSpPr>
        <dsp:cNvPr id="0" name=""/>
        <dsp:cNvSpPr/>
      </dsp:nvSpPr>
      <dsp:spPr>
        <a:xfrm>
          <a:off x="2578204" y="362204"/>
          <a:ext cx="876068" cy="15204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76022"/>
              </a:lnTo>
              <a:lnTo>
                <a:pt x="876068" y="76022"/>
              </a:lnTo>
              <a:lnTo>
                <a:pt x="876068" y="152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B8005D3F-72C9-4F32-B61C-210DC4B6BF35}">
      <dsp:nvSpPr>
        <dsp:cNvPr id="0" name=""/>
        <dsp:cNvSpPr/>
      </dsp:nvSpPr>
      <dsp:spPr>
        <a:xfrm>
          <a:off x="2288594" y="876261"/>
          <a:ext cx="108603" cy="33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50"/>
              </a:lnTo>
              <a:lnTo>
                <a:pt x="108603" y="3330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201B734B-FC11-4889-9A9B-52103693A7FB}">
      <dsp:nvSpPr>
        <dsp:cNvPr id="0" name=""/>
        <dsp:cNvSpPr/>
      </dsp:nvSpPr>
      <dsp:spPr>
        <a:xfrm>
          <a:off x="2532484" y="362204"/>
          <a:ext cx="91440" cy="152044"/>
        </a:xfrm>
        <a:custGeom>
          <a:avLst/>
          <a:gdLst/>
          <a:ahLst/>
          <a:cxnLst/>
          <a:rect l="0" t="0" r="0" b="0"/>
          <a:pathLst>
            <a:path>
              <a:moveTo>
                <a:pt x="45720" y="0"/>
              </a:moveTo>
              <a:lnTo>
                <a:pt x="45720" y="152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FEA1E65-B054-4B26-B030-B3A63026E2B5}">
      <dsp:nvSpPr>
        <dsp:cNvPr id="0" name=""/>
        <dsp:cNvSpPr/>
      </dsp:nvSpPr>
      <dsp:spPr>
        <a:xfrm>
          <a:off x="1412526" y="876261"/>
          <a:ext cx="108603" cy="1875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221"/>
              </a:lnTo>
              <a:lnTo>
                <a:pt x="108603" y="18752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C381E696-B87C-4E83-93A8-7CCFF3B5F532}">
      <dsp:nvSpPr>
        <dsp:cNvPr id="0" name=""/>
        <dsp:cNvSpPr/>
      </dsp:nvSpPr>
      <dsp:spPr>
        <a:xfrm>
          <a:off x="1412526" y="876261"/>
          <a:ext cx="108603" cy="1361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1164"/>
              </a:lnTo>
              <a:lnTo>
                <a:pt x="108603" y="136116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7ED9121-F2D4-49FB-8237-98E7C432EA8C}">
      <dsp:nvSpPr>
        <dsp:cNvPr id="0" name=""/>
        <dsp:cNvSpPr/>
      </dsp:nvSpPr>
      <dsp:spPr>
        <a:xfrm>
          <a:off x="1412526" y="876261"/>
          <a:ext cx="108603" cy="847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7107"/>
              </a:lnTo>
              <a:lnTo>
                <a:pt x="108603" y="8471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5F898A4A-51B9-4311-82DF-F6D8478F6147}">
      <dsp:nvSpPr>
        <dsp:cNvPr id="0" name=""/>
        <dsp:cNvSpPr/>
      </dsp:nvSpPr>
      <dsp:spPr>
        <a:xfrm>
          <a:off x="1412526" y="876261"/>
          <a:ext cx="108603" cy="33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50"/>
              </a:lnTo>
              <a:lnTo>
                <a:pt x="108603" y="3330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F554C0A-D8D1-4419-8E4E-9C0F263C7534}">
      <dsp:nvSpPr>
        <dsp:cNvPr id="0" name=""/>
        <dsp:cNvSpPr/>
      </dsp:nvSpPr>
      <dsp:spPr>
        <a:xfrm>
          <a:off x="1702135" y="362204"/>
          <a:ext cx="876068" cy="152044"/>
        </a:xfrm>
        <a:custGeom>
          <a:avLst/>
          <a:gdLst/>
          <a:ahLst/>
          <a:cxnLst/>
          <a:rect l="0" t="0" r="0" b="0"/>
          <a:pathLst>
            <a:path>
              <a:moveTo>
                <a:pt x="876068" y="0"/>
              </a:moveTo>
              <a:lnTo>
                <a:pt x="876068" y="76022"/>
              </a:lnTo>
              <a:lnTo>
                <a:pt x="0" y="76022"/>
              </a:lnTo>
              <a:lnTo>
                <a:pt x="0" y="152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840E97C3-F5ED-4186-AE31-A9B0134F20BD}">
      <dsp:nvSpPr>
        <dsp:cNvPr id="0" name=""/>
        <dsp:cNvSpPr/>
      </dsp:nvSpPr>
      <dsp:spPr>
        <a:xfrm>
          <a:off x="536457" y="876261"/>
          <a:ext cx="108603" cy="1875221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875221"/>
              </a:lnTo>
              <a:lnTo>
                <a:pt x="108603" y="1875221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9009D71A-FAE3-41F9-9CD6-FAC0A0AB3095}">
      <dsp:nvSpPr>
        <dsp:cNvPr id="0" name=""/>
        <dsp:cNvSpPr/>
      </dsp:nvSpPr>
      <dsp:spPr>
        <a:xfrm>
          <a:off x="536457" y="876261"/>
          <a:ext cx="108603" cy="1361164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1361164"/>
              </a:lnTo>
              <a:lnTo>
                <a:pt x="108603" y="1361164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7F173DAB-878E-4147-B974-AD98372ACB2B}">
      <dsp:nvSpPr>
        <dsp:cNvPr id="0" name=""/>
        <dsp:cNvSpPr/>
      </dsp:nvSpPr>
      <dsp:spPr>
        <a:xfrm>
          <a:off x="536457" y="876261"/>
          <a:ext cx="108603" cy="847107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847107"/>
              </a:lnTo>
              <a:lnTo>
                <a:pt x="108603" y="847107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D2333FCF-58CF-4BFB-9ECF-E5CA50F9194B}">
      <dsp:nvSpPr>
        <dsp:cNvPr id="0" name=""/>
        <dsp:cNvSpPr/>
      </dsp:nvSpPr>
      <dsp:spPr>
        <a:xfrm>
          <a:off x="536457" y="876261"/>
          <a:ext cx="108603" cy="333050"/>
        </a:xfrm>
        <a:custGeom>
          <a:avLst/>
          <a:gdLst/>
          <a:ahLst/>
          <a:cxnLst/>
          <a:rect l="0" t="0" r="0" b="0"/>
          <a:pathLst>
            <a:path>
              <a:moveTo>
                <a:pt x="0" y="0"/>
              </a:moveTo>
              <a:lnTo>
                <a:pt x="0" y="333050"/>
              </a:lnTo>
              <a:lnTo>
                <a:pt x="108603" y="333050"/>
              </a:lnTo>
            </a:path>
          </a:pathLst>
        </a:custGeom>
        <a:noFill/>
        <a:ln w="12700" cap="flat" cmpd="sng" algn="ctr">
          <a:solidFill>
            <a:schemeClr val="accent1">
              <a:shade val="8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09C12934-D59F-427A-AAFB-835209D7178B}">
      <dsp:nvSpPr>
        <dsp:cNvPr id="0" name=""/>
        <dsp:cNvSpPr/>
      </dsp:nvSpPr>
      <dsp:spPr>
        <a:xfrm>
          <a:off x="826066" y="362204"/>
          <a:ext cx="1752137" cy="152044"/>
        </a:xfrm>
        <a:custGeom>
          <a:avLst/>
          <a:gdLst/>
          <a:ahLst/>
          <a:cxnLst/>
          <a:rect l="0" t="0" r="0" b="0"/>
          <a:pathLst>
            <a:path>
              <a:moveTo>
                <a:pt x="1752137" y="0"/>
              </a:moveTo>
              <a:lnTo>
                <a:pt x="1752137" y="76022"/>
              </a:lnTo>
              <a:lnTo>
                <a:pt x="0" y="76022"/>
              </a:lnTo>
              <a:lnTo>
                <a:pt x="0" y="152044"/>
              </a:lnTo>
            </a:path>
          </a:pathLst>
        </a:custGeom>
        <a:noFill/>
        <a:ln w="12700" cap="flat" cmpd="sng" algn="ctr">
          <a:solidFill>
            <a:schemeClr val="accent1">
              <a:shade val="60000"/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0">
          <a:scrgbClr r="0" g="0" b="0"/>
        </a:fillRef>
        <a:effectRef idx="0">
          <a:scrgbClr r="0" g="0" b="0"/>
        </a:effectRef>
        <a:fontRef idx="minor"/>
      </dsp:style>
    </dsp:sp>
    <dsp:sp modelId="{36EB5CEB-11EC-4711-A1F2-54EDF572BB14}">
      <dsp:nvSpPr>
        <dsp:cNvPr id="0" name=""/>
        <dsp:cNvSpPr/>
      </dsp:nvSpPr>
      <dsp:spPr>
        <a:xfrm>
          <a:off x="2216192" y="192"/>
          <a:ext cx="724023" cy="362011"/>
        </a:xfrm>
        <a:prstGeom prst="rect">
          <a:avLst/>
        </a:prstGeom>
        <a:solidFill>
          <a:schemeClr val="accent1">
            <a:lumMod val="75000"/>
          </a:schemeClr>
        </a:solidFill>
        <a:ln w="12700" cap="flat" cmpd="sng" algn="ctr">
          <a:solidFill>
            <a:schemeClr val="accent1">
              <a:lumMod val="7500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View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2216192" y="192"/>
        <a:ext cx="724023" cy="362011"/>
      </dsp:txXfrm>
    </dsp:sp>
    <dsp:sp modelId="{BD4034E8-B63A-47BA-8E33-D928883CAC8B}">
      <dsp:nvSpPr>
        <dsp:cNvPr id="0" name=""/>
        <dsp:cNvSpPr/>
      </dsp:nvSpPr>
      <dsp:spPr>
        <a:xfrm>
          <a:off x="464055" y="514249"/>
          <a:ext cx="724023" cy="362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TextView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464055" y="514249"/>
        <a:ext cx="724023" cy="362011"/>
      </dsp:txXfrm>
    </dsp:sp>
    <dsp:sp modelId="{4C08FD48-E45C-4024-B2DB-B24C12995215}">
      <dsp:nvSpPr>
        <dsp:cNvPr id="0" name=""/>
        <dsp:cNvSpPr/>
      </dsp:nvSpPr>
      <dsp:spPr>
        <a:xfrm>
          <a:off x="645061" y="102830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Text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645061" y="1028306"/>
        <a:ext cx="724023" cy="362011"/>
      </dsp:txXfrm>
    </dsp:sp>
    <dsp:sp modelId="{FA699831-F598-47A4-8DC4-011C2DEB4AB2}">
      <dsp:nvSpPr>
        <dsp:cNvPr id="0" name=""/>
        <dsp:cNvSpPr/>
      </dsp:nvSpPr>
      <dsp:spPr>
        <a:xfrm>
          <a:off x="645061" y="1542362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Title</a:t>
          </a:r>
        </a:p>
      </dsp:txBody>
      <dsp:txXfrm>
        <a:off x="645061" y="1542362"/>
        <a:ext cx="724023" cy="362011"/>
      </dsp:txXfrm>
    </dsp:sp>
    <dsp:sp modelId="{6A616F8D-408D-4570-945E-664C0A41FB9F}">
      <dsp:nvSpPr>
        <dsp:cNvPr id="0" name=""/>
        <dsp:cNvSpPr/>
      </dsp:nvSpPr>
      <dsp:spPr>
        <a:xfrm>
          <a:off x="645061" y="2056419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Content</a:t>
          </a:r>
          <a:endParaRPr lang="en-US" sz="1100" kern="1200" dirty="0">
            <a:latin typeface="Aptos Display" panose="020B0004020202020204" pitchFamily="34" charset="0"/>
          </a:endParaRPr>
        </a:p>
      </dsp:txBody>
      <dsp:txXfrm>
        <a:off x="645061" y="2056419"/>
        <a:ext cx="724023" cy="362011"/>
      </dsp:txXfrm>
    </dsp:sp>
    <dsp:sp modelId="{8C1357D0-4674-4891-8B89-AA8DE6F95E88}">
      <dsp:nvSpPr>
        <dsp:cNvPr id="0" name=""/>
        <dsp:cNvSpPr/>
      </dsp:nvSpPr>
      <dsp:spPr>
        <a:xfrm>
          <a:off x="645061" y="257047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Instructions</a:t>
          </a:r>
          <a:endParaRPr lang="en-US" sz="1100" kern="1200" dirty="0">
            <a:latin typeface="Aptos Display" panose="020B0004020202020204" pitchFamily="34" charset="0"/>
          </a:endParaRPr>
        </a:p>
      </dsp:txBody>
      <dsp:txXfrm>
        <a:off x="645061" y="2570476"/>
        <a:ext cx="724023" cy="362011"/>
      </dsp:txXfrm>
    </dsp:sp>
    <dsp:sp modelId="{3EA04768-07CF-4F77-B1EB-A8511C08B997}">
      <dsp:nvSpPr>
        <dsp:cNvPr id="0" name=""/>
        <dsp:cNvSpPr/>
      </dsp:nvSpPr>
      <dsp:spPr>
        <a:xfrm>
          <a:off x="1340123" y="514249"/>
          <a:ext cx="724023" cy="362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ImageView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1340123" y="514249"/>
        <a:ext cx="724023" cy="362011"/>
      </dsp:txXfrm>
    </dsp:sp>
    <dsp:sp modelId="{7E1B21EE-F388-460F-8BFE-DF9612437A21}">
      <dsp:nvSpPr>
        <dsp:cNvPr id="0" name=""/>
        <dsp:cNvSpPr/>
      </dsp:nvSpPr>
      <dsp:spPr>
        <a:xfrm>
          <a:off x="1521129" y="102830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Images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1521129" y="1028306"/>
        <a:ext cx="724023" cy="362011"/>
      </dsp:txXfrm>
    </dsp:sp>
    <dsp:sp modelId="{CE8216D4-6A58-46BC-B9ED-7A13BA4151ED}">
      <dsp:nvSpPr>
        <dsp:cNvPr id="0" name=""/>
        <dsp:cNvSpPr/>
      </dsp:nvSpPr>
      <dsp:spPr>
        <a:xfrm>
          <a:off x="1521129" y="1542362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Pictures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1521129" y="1542362"/>
        <a:ext cx="724023" cy="362011"/>
      </dsp:txXfrm>
    </dsp:sp>
    <dsp:sp modelId="{A9268A67-E06E-455D-955E-56FEEE3916BB}">
      <dsp:nvSpPr>
        <dsp:cNvPr id="0" name=""/>
        <dsp:cNvSpPr/>
      </dsp:nvSpPr>
      <dsp:spPr>
        <a:xfrm>
          <a:off x="1521129" y="2056419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Icons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1521129" y="2056419"/>
        <a:ext cx="724023" cy="362011"/>
      </dsp:txXfrm>
    </dsp:sp>
    <dsp:sp modelId="{2B9C6DF1-CC29-46AE-8AA8-7D9FEEEA7B2E}">
      <dsp:nvSpPr>
        <dsp:cNvPr id="0" name=""/>
        <dsp:cNvSpPr/>
      </dsp:nvSpPr>
      <dsp:spPr>
        <a:xfrm>
          <a:off x="1521129" y="257047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Visual Prompts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1521129" y="2570476"/>
        <a:ext cx="724023" cy="362011"/>
      </dsp:txXfrm>
    </dsp:sp>
    <dsp:sp modelId="{5FD2C5AA-D0F1-4143-9E7C-5666B7F1C15E}">
      <dsp:nvSpPr>
        <dsp:cNvPr id="0" name=""/>
        <dsp:cNvSpPr/>
      </dsp:nvSpPr>
      <dsp:spPr>
        <a:xfrm>
          <a:off x="2216192" y="514249"/>
          <a:ext cx="724023" cy="362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Buttons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2216192" y="514249"/>
        <a:ext cx="724023" cy="362011"/>
      </dsp:txXfrm>
    </dsp:sp>
    <dsp:sp modelId="{A0098050-5D8C-4572-9DB9-F260FE38E3E3}">
      <dsp:nvSpPr>
        <dsp:cNvPr id="0" name=""/>
        <dsp:cNvSpPr/>
      </dsp:nvSpPr>
      <dsp:spPr>
        <a:xfrm>
          <a:off x="2397198" y="102830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Actions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2397198" y="1028306"/>
        <a:ext cx="724023" cy="362011"/>
      </dsp:txXfrm>
    </dsp:sp>
    <dsp:sp modelId="{14C6A37D-984E-4ECA-B8AA-16936F65F38E}">
      <dsp:nvSpPr>
        <dsp:cNvPr id="0" name=""/>
        <dsp:cNvSpPr/>
      </dsp:nvSpPr>
      <dsp:spPr>
        <a:xfrm>
          <a:off x="3092260" y="514249"/>
          <a:ext cx="724023" cy="362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EditText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3092260" y="514249"/>
        <a:ext cx="724023" cy="362011"/>
      </dsp:txXfrm>
    </dsp:sp>
    <dsp:sp modelId="{3090CE14-BF9D-453C-A55B-FFA5AD055DC5}">
      <dsp:nvSpPr>
        <dsp:cNvPr id="0" name=""/>
        <dsp:cNvSpPr/>
      </dsp:nvSpPr>
      <dsp:spPr>
        <a:xfrm>
          <a:off x="3273266" y="102830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Input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3273266" y="1028306"/>
        <a:ext cx="724023" cy="362011"/>
      </dsp:txXfrm>
    </dsp:sp>
    <dsp:sp modelId="{9ACF7443-6D72-41CC-ABB7-275FAE9A7DE0}">
      <dsp:nvSpPr>
        <dsp:cNvPr id="0" name=""/>
        <dsp:cNvSpPr/>
      </dsp:nvSpPr>
      <dsp:spPr>
        <a:xfrm>
          <a:off x="3968329" y="514249"/>
          <a:ext cx="724023" cy="362011"/>
        </a:xfrm>
        <a:prstGeom prst="rect">
          <a:avLst/>
        </a:prstGeom>
        <a:solidFill>
          <a:schemeClr val="accent1">
            <a:hueOff val="0"/>
            <a:satOff val="0"/>
            <a:lumOff val="0"/>
            <a:alphaOff val="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ViewGroup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3968329" y="514249"/>
        <a:ext cx="724023" cy="362011"/>
      </dsp:txXfrm>
    </dsp:sp>
    <dsp:sp modelId="{AB2DF0DA-9DDC-44DB-B57A-A9B97B44FD3C}">
      <dsp:nvSpPr>
        <dsp:cNvPr id="0" name=""/>
        <dsp:cNvSpPr/>
      </dsp:nvSpPr>
      <dsp:spPr>
        <a:xfrm>
          <a:off x="4149335" y="1028306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>
              <a:latin typeface="Aptos Display" panose="020B0004020202020204" pitchFamily="34" charset="0"/>
            </a:rPr>
            <a:t>Linear Layout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4149335" y="1028306"/>
        <a:ext cx="724023" cy="362011"/>
      </dsp:txXfrm>
    </dsp:sp>
    <dsp:sp modelId="{3DD71DC7-C0BE-4204-9855-D96F9CF1A132}">
      <dsp:nvSpPr>
        <dsp:cNvPr id="0" name=""/>
        <dsp:cNvSpPr/>
      </dsp:nvSpPr>
      <dsp:spPr>
        <a:xfrm>
          <a:off x="4149335" y="1542362"/>
          <a:ext cx="724023" cy="362011"/>
        </a:xfrm>
        <a:prstGeom prst="rect">
          <a:avLst/>
        </a:prstGeom>
        <a:solidFill>
          <a:schemeClr val="accent5">
            <a:lumMod val="60000"/>
            <a:lumOff val="40000"/>
          </a:schemeClr>
        </a:solidFill>
        <a:ln w="12700" cap="flat" cmpd="sng" algn="ctr">
          <a:solidFill>
            <a:schemeClr val="lt1">
              <a:hueOff val="0"/>
              <a:satOff val="0"/>
              <a:lumOff val="0"/>
              <a:alphaOff val="0"/>
            </a:schemeClr>
          </a:solidFill>
          <a:prstDash val="solid"/>
          <a:miter lim="800000"/>
        </a:ln>
        <a:effectLst/>
      </dsp:spPr>
      <dsp:style>
        <a:lnRef idx="2">
          <a:scrgbClr r="0" g="0" b="0"/>
        </a:lnRef>
        <a:fillRef idx="1">
          <a:scrgbClr r="0" g="0" b="0"/>
        </a:fillRef>
        <a:effectRef idx="0">
          <a:scrgbClr r="0" g="0" b="0"/>
        </a:effectRef>
        <a:fontRef idx="minor">
          <a:schemeClr val="lt1"/>
        </a:fontRef>
      </dsp:style>
      <dsp:txBody>
        <a:bodyPr spcFirstLastPara="0" vert="horz" wrap="square" lIns="6985" tIns="6985" rIns="6985" bIns="6985" numCol="1" spcCol="1270" anchor="ctr" anchorCtr="0">
          <a:noAutofit/>
        </a:bodyPr>
        <a:lstStyle/>
        <a:p>
          <a:pPr marL="0" lvl="0" indent="0" algn="ctr" defTabSz="488950">
            <a:lnSpc>
              <a:spcPct val="90000"/>
            </a:lnSpc>
            <a:spcBef>
              <a:spcPct val="0"/>
            </a:spcBef>
            <a:spcAft>
              <a:spcPct val="35000"/>
            </a:spcAft>
            <a:buNone/>
          </a:pPr>
          <a:r>
            <a:rPr lang="en-US" sz="1100" kern="1200" dirty="0">
              <a:latin typeface="Aptos Display" panose="020B0004020202020204" pitchFamily="34" charset="0"/>
            </a:rPr>
            <a:t>Frame Layout</a:t>
          </a:r>
          <a:endParaRPr lang="en-CA" sz="1100" kern="1200" dirty="0">
            <a:latin typeface="Aptos Display" panose="020B0004020202020204" pitchFamily="34" charset="0"/>
          </a:endParaRPr>
        </a:p>
      </dsp:txBody>
      <dsp:txXfrm>
        <a:off x="4149335" y="1542362"/>
        <a:ext cx="724023" cy="362011"/>
      </dsp:txXfrm>
    </dsp:sp>
  </dsp:spTree>
</dsp:drawing>
</file>

<file path=ppt/diagrams/layout1.xml><?xml version="1.0" encoding="utf-8"?>
<dgm:layoutDef xmlns:dgm="http://schemas.openxmlformats.org/drawingml/2006/diagram" xmlns:a="http://schemas.openxmlformats.org/drawingml/2006/main" uniqueId="urn:microsoft.com/office/officeart/2005/8/layout/orgChart1">
  <dgm:title val=""/>
  <dgm:desc val=""/>
  <dgm:catLst>
    <dgm:cat type="hierarchy" pri="1000"/>
    <dgm:cat type="convert" pri="6000"/>
  </dgm:catLst>
  <dgm:sampData>
    <dgm:dataModel>
      <dgm:ptLst>
        <dgm:pt modelId="0" type="doc"/>
        <dgm:pt modelId="1">
          <dgm:prSet phldr="1"/>
        </dgm:pt>
        <dgm:pt modelId="2" type="asst">
          <dgm:prSet phldr="1"/>
        </dgm:pt>
        <dgm:pt modelId="3">
          <dgm:prSet phldr="1"/>
        </dgm:pt>
        <dgm:pt modelId="4">
          <dgm:prSet phldr="1"/>
        </dgm:pt>
        <dgm:pt modelId="5">
          <dgm:prSet phldr="1"/>
        </dgm:pt>
      </dgm:ptLst>
      <dgm:cxnLst>
        <dgm:cxn modelId="5" srcId="0" destId="1" srcOrd="0" destOrd="0"/>
        <dgm:cxn modelId="6" srcId="1" destId="2" srcOrd="0" destOrd="0"/>
        <dgm:cxn modelId="7" srcId="1" destId="3" srcOrd="1" destOrd="0"/>
        <dgm:cxn modelId="8" srcId="1" destId="4" srcOrd="2" destOrd="0"/>
        <dgm:cxn modelId="9" srcId="1" destId="5" srcOrd="3" destOrd="0"/>
      </dgm:cxnLst>
      <dgm:bg/>
      <dgm:whole/>
    </dgm:dataModel>
  </dgm:sampData>
  <dgm:styleData>
    <dgm:dataModel>
      <dgm:ptLst>
        <dgm:pt modelId="0" type="doc"/>
        <dgm:pt modelId="1"/>
        <dgm:pt modelId="12"/>
        <dgm:pt modelId="13"/>
      </dgm:ptLst>
      <dgm:cxnLst>
        <dgm:cxn modelId="2" srcId="0" destId="1" srcOrd="0" destOrd="0"/>
        <dgm:cxn modelId="16" srcId="1" destId="12" srcOrd="1" destOrd="0"/>
        <dgm:cxn modelId="17" srcId="1" destId="13" srcOrd="2" destOrd="0"/>
      </dgm:cxnLst>
      <dgm:bg/>
      <dgm:whole/>
    </dgm:dataModel>
  </dgm:styleData>
  <dgm:clrData>
    <dgm:dataModel>
      <dgm:ptLst>
        <dgm:pt modelId="0" type="doc"/>
        <dgm:pt modelId="1"/>
        <dgm:pt modelId="11" type="asst"/>
        <dgm:pt modelId="12"/>
        <dgm:pt modelId="13"/>
        <dgm:pt modelId="14"/>
      </dgm:ptLst>
      <dgm:cxnLst>
        <dgm:cxn modelId="2" srcId="0" destId="1" srcOrd="0" destOrd="0"/>
        <dgm:cxn modelId="15" srcId="1" destId="11" srcOrd="0" destOrd="0"/>
        <dgm:cxn modelId="16" srcId="1" destId="12" srcOrd="1" destOrd="0"/>
        <dgm:cxn modelId="17" srcId="1" destId="13" srcOrd="2" destOrd="0"/>
        <dgm:cxn modelId="18" srcId="1" destId="14" srcOrd="2" destOrd="0"/>
      </dgm:cxnLst>
      <dgm:bg/>
      <dgm:whole/>
    </dgm:dataModel>
  </dgm:clrData>
  <dgm:layoutNode name="hierChild1">
    <dgm:varLst>
      <dgm:orgChart val="1"/>
      <dgm:chPref val="1"/>
      <dgm:dir/>
      <dgm:animOne val="branch"/>
      <dgm:animLvl val="lvl"/>
      <dgm:resizeHandles/>
    </dgm:varLst>
    <dgm:choose name="Name0">
      <dgm:if name="Name1" func="var" arg="dir" op="equ" val="norm">
        <dgm:alg type="hierChild">
          <dgm:param type="linDir" val="fromL"/>
        </dgm:alg>
      </dgm:if>
      <dgm:else name="Name2">
        <dgm:alg type="hierChild">
          <dgm:param type="linDir" val="fromR"/>
        </dgm:alg>
      </dgm:else>
    </dgm:choose>
    <dgm:shape xmlns:r="http://schemas.openxmlformats.org/officeDocument/2006/relationships" r:blip="">
      <dgm:adjLst/>
    </dgm:shape>
    <dgm:presOf/>
    <dgm:constrLst>
      <dgm:constr type="w" for="des" forName="rootComposite1" refType="w" fact="10"/>
      <dgm:constr type="h" for="des" forName="rootComposite1" refType="w" refFor="des" refForName="rootComposite1" fact="0.5"/>
      <dgm:constr type="w" for="des" forName="rootComposite" refType="w" fact="10"/>
      <dgm:constr type="h" for="des" forName="rootComposite" refType="w" refFor="des" refForName="rootComposite1" fact="0.5"/>
      <dgm:constr type="w" for="des" forName="rootComposite3" refType="w" fact="10"/>
      <dgm:constr type="h" for="des" forName="rootComposite3" refType="w" refFor="des" refForName="rootComposite1" fact="0.5"/>
      <dgm:constr type="primFontSz" for="des" ptType="node" op="equ"/>
      <dgm:constr type="sp" for="des" op="equ"/>
      <dgm:constr type="sp" for="des" forName="hierRoot1" refType="w" refFor="des" refForName="rootComposite1" fact="0.21"/>
      <dgm:constr type="sp" for="des" forName="hierRoot2" refType="sp" refFor="des" refForName="hierRoot1"/>
      <dgm:constr type="sp" for="des" forName="hierRoot3" refType="sp" refFor="des" refForName="hierRoot1"/>
      <dgm:constr type="sibSp" refType="w" refFor="des" refForName="rootComposite1" fact="0.21"/>
      <dgm:constr type="sibSp" for="des" forName="hierChild2" refType="sibSp"/>
      <dgm:constr type="sibSp" for="des" forName="hierChild3" refType="sibSp"/>
      <dgm:constr type="sibSp" for="des" forName="hierChild4" refType="sibSp"/>
      <dgm:constr type="sibSp" for="des" forName="hierChild5" refType="sibSp"/>
      <dgm:constr type="sibSp" for="des" forName="hierChild6" refType="sibSp"/>
      <dgm:constr type="sibSp" for="des" forName="hierChild7" refType="sibSp"/>
      <dgm:constr type="secSibSp" refType="w" refFor="des" refForName="rootComposite1" fact="0.21"/>
      <dgm:constr type="secSibSp" for="des" forName="hierChild2" refType="secSibSp"/>
      <dgm:constr type="secSibSp" for="des" forName="hierChild3" refType="secSibSp"/>
      <dgm:constr type="secSibSp" for="des" forName="hierChild4" refType="secSibSp"/>
      <dgm:constr type="secSibSp" for="des" forName="hierChild5" refType="secSibSp"/>
      <dgm:constr type="secSibSp" for="des" forName="hierChild6" refType="secSibSp"/>
      <dgm:constr type="secSibSp" for="des" forName="hierChild7" refType="secSibSp"/>
    </dgm:constrLst>
    <dgm:ruleLst/>
    <dgm:forEach name="Name3" axis="ch">
      <dgm:forEach name="Name4" axis="self" ptType="node">
        <dgm:layoutNode name="hierRoot1">
          <dgm:varLst>
            <dgm:hierBranch val="init"/>
          </dgm:varLst>
          <dgm:choose name="Name5">
            <dgm:if name="Name6" func="var" arg="hierBranch" op="equ" val="l">
              <dgm:choose name="Name7">
                <dgm:if name="Name8" axis="ch" ptType="asst" func="cnt" op="gte" val="1">
                  <dgm:alg type="hierRoot">
                    <dgm:param type="hierAlign" val="tR"/>
                  </dgm:alg>
                  <dgm:constrLst>
                    <dgm:constr type="alignOff" val="0.65"/>
                  </dgm:constrLst>
                </dgm:if>
                <dgm:else name="Name9">
                  <dgm:alg type="hierRoot">
                    <dgm:param type="hierAlign" val="tR"/>
                  </dgm:alg>
                  <dgm:constrLst>
                    <dgm:constr type="alignOff" val="0.25"/>
                  </dgm:constrLst>
                </dgm:else>
              </dgm:choose>
            </dgm:if>
            <dgm:if name="Name10" func="var" arg="hierBranch" op="equ" val="r">
              <dgm:choose name="Name11">
                <dgm:if name="Name12" axis="ch" ptType="asst" func="cnt" op="gte" val="1">
                  <dgm:alg type="hierRoot">
                    <dgm:param type="hierAlign" val="tL"/>
                  </dgm:alg>
                  <dgm:constrLst>
                    <dgm:constr type="alignOff" val="0.65"/>
                  </dgm:constrLst>
                </dgm:if>
                <dgm:else name="Name13">
                  <dgm:alg type="hierRoot">
                    <dgm:param type="hierAlign" val="tL"/>
                  </dgm:alg>
                  <dgm:constrLst>
                    <dgm:constr type="alignOff" val="0.25"/>
                  </dgm:constrLst>
                </dgm:else>
              </dgm:choose>
            </dgm:if>
            <dgm:if name="Name14" func="var" arg="hierBranch" op="equ" val="hang">
              <dgm:alg type="hierRoot"/>
              <dgm:constrLst>
                <dgm:constr type="alignOff" val="0.65"/>
              </dgm:constrLst>
            </dgm:if>
            <dgm:else name="Name15">
              <dgm:alg type="hierRoot"/>
              <dgm:constrLst>
                <dgm:constr type="alignOff"/>
                <dgm:constr type="bendDist" for="des" ptType="parTrans" refType="sp" fact="0.5"/>
              </dgm:constrLst>
            </dgm:else>
          </dgm:choose>
          <dgm:shape xmlns:r="http://schemas.openxmlformats.org/officeDocument/2006/relationships" r:blip="">
            <dgm:adjLst/>
          </dgm:shape>
          <dgm:presOf/>
          <dgm:ruleLst/>
          <dgm:layoutNode name="rootComposite1">
            <dgm:alg type="composite"/>
            <dgm:shape xmlns:r="http://schemas.openxmlformats.org/officeDocument/2006/relationships" r:blip="">
              <dgm:adjLst/>
            </dgm:shape>
            <dgm:presOf axis="self" ptType="node" cnt="1"/>
            <dgm:choose name="Name16">
              <dgm:if name="Name17" func="var" arg="hierBranch" op="equ" val="init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8" func="var" arg="hierBranch" op="equ" val="l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if name="Name19" func="var" arg="hierBranch" op="equ" val="r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l" for="ch" forName="rootConnector1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if>
              <dgm:else name="Name20">
                <dgm:constrLst>
                  <dgm:constr type="l" for="ch" forName="rootText1"/>
                  <dgm:constr type="t" for="ch" forName="rootText1"/>
                  <dgm:constr type="w" for="ch" forName="rootText1" refType="w"/>
                  <dgm:constr type="h" for="ch" forName="rootText1" refType="h"/>
                  <dgm:constr type="r" for="ch" forName="rootConnector1" refType="w"/>
                  <dgm:constr type="t" for="ch" forName="rootConnector1"/>
                  <dgm:constr type="w" for="ch" forName="rootConnector1" refType="w" refFor="ch" refForName="rootText1" fact="0.2"/>
                  <dgm:constr type="h" for="ch" forName="rootConnector1" refType="h" refFor="ch" refForName="rootText1"/>
                </dgm:constrLst>
              </dgm:else>
            </dgm:choose>
            <dgm:ruleLst/>
            <dgm:layoutNode name="rootText1" styleLbl="node0">
              <dgm:varLst>
                <dgm:chPref val="3"/>
              </dgm:varLst>
              <dgm:alg type="tx"/>
              <dgm:shape xmlns:r="http://schemas.openxmlformats.org/officeDocument/2006/relationships" type="rect" r:blip="">
                <dgm:adjLst/>
              </dgm:shape>
              <dgm:presOf axis="self" ptType="node" cnt="1"/>
              <dgm:constrLst>
                <dgm:constr type="primFontSz" val="65"/>
                <dgm:constr type="lMarg" refType="primFontSz" fact="0.05"/>
                <dgm:constr type="rMarg" refType="primFontSz" fact="0.05"/>
                <dgm:constr type="tMarg" refType="primFontSz" fact="0.05"/>
                <dgm:constr type="bMarg" refType="primFontSz" fact="0.05"/>
              </dgm:constrLst>
              <dgm:ruleLst>
                <dgm:rule type="primFontSz" val="5" fact="NaN" max="NaN"/>
              </dgm:ruleLst>
            </dgm:layoutNode>
            <dgm:layoutNode name="rootConnector1" moveWith="rootText1">
              <dgm:alg type="sp"/>
              <dgm:shape xmlns:r="http://schemas.openxmlformats.org/officeDocument/2006/relationships" type="rect" r:blip="" hideGeom="1">
                <dgm:adjLst/>
              </dgm:shape>
              <dgm:presOf axis="self" ptType="node" cnt="1"/>
              <dgm:constrLst/>
              <dgm:ruleLst/>
            </dgm:layoutNode>
          </dgm:layoutNode>
          <dgm:layoutNode name="hierChild2">
            <dgm:choose name="Name21">
              <dgm:if name="Name22" func="var" arg="hierBranch" op="equ" val="l">
                <dgm:alg type="hierChild">
                  <dgm:param type="chAlign" val="r"/>
                  <dgm:param type="linDir" val="fromT"/>
                </dgm:alg>
              </dgm:if>
              <dgm:if name="Name23" func="var" arg="hierBranch" op="equ" val="r">
                <dgm:alg type="hierChild">
                  <dgm:param type="chAlign" val="l"/>
                  <dgm:param type="linDir" val="fromT"/>
                </dgm:alg>
              </dgm:if>
              <dgm:if name="Name24" func="var" arg="hierBranch" op="equ" val="hang">
                <dgm:choose name="Name25">
                  <dgm:if name="Name26" func="var" arg="dir" op="equ" val="norm">
                    <dgm:alg type="hierChild">
                      <dgm:param type="chAlign" val="l"/>
                      <dgm:param type="linDir" val="fromL"/>
                      <dgm:param type="secChAlign" val="t"/>
                      <dgm:param type="secLinDir" val="fromT"/>
                    </dgm:alg>
                  </dgm:if>
                  <dgm:else name="Name27">
                    <dgm:alg type="hierChild">
                      <dgm:param type="chAlign" val="l"/>
                      <dgm:param type="linDir" val="fromR"/>
                      <dgm:param type="secChAlign" val="t"/>
                      <dgm:param type="secLinDir" val="fromT"/>
                    </dgm:alg>
                  </dgm:else>
                </dgm:choose>
              </dgm:if>
              <dgm:else name="Name28">
                <dgm:choose name="Name29">
                  <dgm:if name="Name30" func="var" arg="dir" op="equ" val="norm">
                    <dgm:alg type="hierChild"/>
                  </dgm:if>
                  <dgm:else name="Name31">
                    <dgm:alg type="hierChild">
                      <dgm:param type="linDir" val="fromR"/>
                    </dgm:alg>
                  </dgm:else>
                </dgm:choose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a" axis="ch" ptType="nonAsst">
              <dgm:forEach name="Name32" axis="precedSib" ptType="parTrans" st="-1" cnt="1">
                <dgm:choose name="Name33">
                  <dgm:if name="Name34" func="var" arg="hierBranch" op="equ" val="std">
                    <dgm:layoutNode name="Name35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tCtr"/>
                        <dgm:param type="bendPt" val="end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36" func="var" arg="hierBranch" op="equ" val="init">
                    <dgm:layoutNode name="Name37">
                      <dgm:choose name="Name38">
                        <dgm:if name="Name39" axis="self" func="depth" op="lte" val="2">
                          <dgm:alg type="conn">
                            <dgm:param type="connRout" val="bend"/>
                            <dgm:param type="dim" val="1D"/>
                            <dgm:param type="endSty" val="noArr"/>
                            <dgm:param type="begPts" val="bCtr"/>
                            <dgm:param type="endPts" val="tCtr"/>
                            <dgm:param type="bendPt" val="end"/>
                          </dgm:alg>
                        </dgm:if>
                        <dgm:else name="Name40">
                          <dgm:choose name="Name41">
                            <dgm:if name="Name42" axis="par des" func="maxDepth" op="lte" val="1">
                              <dgm:choose name="Name43">
                                <dgm:if name="Name44" axis="par ch" ptType="node asst" func="cnt" op="gte" val="1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</dgm:alg>
                                </dgm:if>
                                <dgm:else name="Name45">
                                  <dgm:alg type="conn">
                                    <dgm:param type="connRout" val="bend"/>
                                    <dgm:param type="dim" val="1D"/>
                                    <dgm:param type="endSty" val="noArr"/>
                                    <dgm:param type="begPts" val="bCtr"/>
                                    <dgm:param type="endPts" val="midL midR"/>
                                    <dgm:param type="srcNode" val="rootConnector"/>
                                  </dgm:alg>
                                </dgm:else>
                              </dgm:choose>
                            </dgm:if>
                            <dgm:else name="Name46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tCtr"/>
                                <dgm:param type="bendPt" val="end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if name="Name47" func="var" arg="hierBranch" op="equ" val="hang">
                    <dgm:layoutNode name="Name48">
                      <dgm:alg type="conn">
                        <dgm:param type="connRout" val="bend"/>
                        <dgm:param type="dim" val="1D"/>
                        <dgm:param type="endSty" val="noArr"/>
                        <dgm:param type="begPts" val="bCtr"/>
                        <dgm:param type="endPts" val="midL midR"/>
                      </dgm:alg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if>
                  <dgm:else name="Name49">
                    <dgm:layoutNode name="Name50">
                      <dgm:choose name="Name51">
                        <dgm:if name="Name52" axis="self" func="depth" op="lte" val="2">
                          <dgm:choose name="Name53">
                            <dgm:if name="Name54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5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1"/>
                              </dgm:alg>
                            </dgm:else>
                          </dgm:choose>
                        </dgm:if>
                        <dgm:else name="Name56">
                          <dgm:choose name="Name57">
                            <dgm:if name="Name58" axis="par ch" ptType="node asst" func="cnt" op="gte" val="1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</dgm:alg>
                            </dgm:if>
                            <dgm:else name="Name59">
                              <dgm:alg type="conn">
                                <dgm:param type="connRout" val="bend"/>
                                <dgm:param type="dim" val="1D"/>
                                <dgm:param type="endSty" val="noArr"/>
                                <dgm:param type="begPts" val="bCtr"/>
                                <dgm:param type="endPts" val="midL midR"/>
                                <dgm:param type="srcNode" val="rootConnector"/>
                              </dgm:alg>
                            </dgm:else>
                          </dgm:choose>
                        </dgm:else>
                      </dgm:choose>
                      <dgm:shape xmlns:r="http://schemas.openxmlformats.org/officeDocument/2006/relationships" type="conn" r:blip="" zOrderOff="-99999">
                        <dgm:adjLst/>
                      </dgm:shape>
                      <dgm:presOf axis="self"/>
                      <dgm:constrLst>
                        <dgm:constr type="begPad"/>
                        <dgm:constr type="endPad"/>
                      </dgm:constrLst>
                      <dgm:ruleLst/>
                    </dgm:layoutNode>
                  </dgm:else>
                </dgm:choose>
              </dgm:forEach>
              <dgm:layoutNode name="hierRoot2">
                <dgm:varLst>
                  <dgm:hierBranch val="init"/>
                </dgm:varLst>
                <dgm:choose name="Name60">
                  <dgm:if name="Name61" func="var" arg="hierBranch" op="equ" val="l">
                    <dgm:choose name="Name62">
                      <dgm:if name="Name63" axis="ch" ptType="asst" func="cnt" op="gte" val="1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4">
                        <dgm:alg type="hierRoot">
                          <dgm:param type="hierAlign" val="tR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5" func="var" arg="hierBranch" op="equ" val="r">
                    <dgm:choose name="Name66">
                      <dgm:if name="Name67" axis="ch" ptType="asst" func="cnt" op="g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68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25"/>
                        </dgm:constrLst>
                      </dgm:else>
                    </dgm:choose>
                  </dgm:if>
                  <dgm:if name="Name69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70" func="var" arg="hierBranch" op="equ" val="init">
                    <dgm:choose name="Name71">
                      <dgm:if name="Name72" axis="des" func="maxDepth" op="lte" val="1">
                        <dgm:choose name="Name73">
                          <dgm:if name="Name74" axis="ch" ptType="asst" func="cnt" op="gte" val="1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65"/>
                            </dgm:constrLst>
                          </dgm:if>
                          <dgm:else name="Name75">
                            <dgm:alg type="hierRoot">
                              <dgm:param type="hierAlign" val="tL"/>
                            </dgm:alg>
                            <dgm:shape xmlns:r="http://schemas.openxmlformats.org/officeDocument/2006/relationships" r:blip="">
                              <dgm:adjLst/>
                            </dgm:shape>
                            <dgm:presOf/>
                            <dgm:constrLst>
                              <dgm:constr type="alignOff" val="0.25"/>
                            </dgm:constrLst>
                          </dgm:else>
                        </dgm:choose>
                      </dgm:if>
                      <dgm:else name="Name76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77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else>
                </dgm:choose>
                <dgm:ruleLst/>
                <dgm:layoutNode name="rootComposite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78">
                    <dgm:if name="Name79" func="var" arg="hierBranch" op="equ" val="init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0" func="var" arg="hierBranch" op="equ" val="l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if name="Name81" func="var" arg="hierBranch" op="equ" val="r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l" for="ch" forName="rootConnector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if>
                    <dgm:else name="Name82">
                      <dgm:constrLst>
                        <dgm:constr type="l" for="ch" forName="rootText"/>
                        <dgm:constr type="t" for="ch" forName="rootText"/>
                        <dgm:constr type="w" for="ch" forName="rootText" refType="w"/>
                        <dgm:constr type="h" for="ch" forName="rootText" refType="h"/>
                        <dgm:constr type="r" for="ch" forName="rootConnector" refType="w"/>
                        <dgm:constr type="t" for="ch" forName="rootConnector"/>
                        <dgm:constr type="w" for="ch" forName="rootConnector" refType="w" refFor="ch" refForName="rootText" fact="0.2"/>
                        <dgm:constr type="h" for="ch" forName="rootConnector" refType="h" refFor="ch" refForName="rootText"/>
                      </dgm:constrLst>
                    </dgm:else>
                  </dgm:choose>
                  <dgm:ruleLst/>
                  <dgm:layoutNode name="rootText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" moveWith="rootText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4">
                  <dgm:choose name="Name83">
                    <dgm:if name="Name84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85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86" func="var" arg="hierBranch" op="equ" val="hang">
                      <dgm:choose name="Name87">
                        <dgm:if name="Name88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89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90" func="var" arg="hierBranch" op="equ" val="std">
                      <dgm:choose name="Name91">
                        <dgm:if name="Name92" func="var" arg="dir" op="equ" val="norm">
                          <dgm:alg type="hierChild"/>
                        </dgm:if>
                        <dgm:else name="Name93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94" func="var" arg="hierBranch" op="equ" val="init">
                      <dgm:choose name="Name95">
                        <dgm:if name="Name96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97">
                          <dgm:choose name="Name98">
                            <dgm:if name="Name99" func="var" arg="dir" op="equ" val="norm">
                              <dgm:alg type="hierChild"/>
                            </dgm:if>
                            <dgm:else name="Name100">
                              <dgm:alg type="hierChild">
                                <dgm:param type="linDir" val="fromR"/>
                              </dgm:alg>
                            </dgm:else>
                          </dgm:choose>
                        </dgm:else>
                      </dgm:choose>
                    </dgm:if>
                    <dgm:else name="Name101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2" ref="rep2a"/>
                </dgm:layoutNode>
                <dgm:layoutNode name="hierChild5">
                  <dgm:choose name="Name103">
                    <dgm:if name="Name104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05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06" ref="rep2b"/>
                </dgm:layoutNode>
              </dgm:layoutNode>
            </dgm:forEach>
          </dgm:layoutNode>
          <dgm:layoutNode name="hierChild3">
            <dgm:choose name="Name107">
              <dgm:if name="Name108" func="var" arg="dir" op="equ" val="norm">
                <dgm:alg type="hierChild">
                  <dgm:param type="chAlign" val="l"/>
                  <dgm:param type="linDir" val="fromL"/>
                  <dgm:param type="secChAlign" val="t"/>
                  <dgm:param type="secLinDir" val="fromT"/>
                </dgm:alg>
              </dgm:if>
              <dgm:else name="Name109">
                <dgm:alg type="hierChild">
                  <dgm:param type="chAlign" val="l"/>
                  <dgm:param type="linDir" val="fromR"/>
                  <dgm:param type="secChAlign" val="t"/>
                  <dgm:param type="secLinDir" val="fromT"/>
                </dgm:alg>
              </dgm:else>
            </dgm:choose>
            <dgm:shape xmlns:r="http://schemas.openxmlformats.org/officeDocument/2006/relationships" r:blip="">
              <dgm:adjLst/>
            </dgm:shape>
            <dgm:presOf/>
            <dgm:constrLst/>
            <dgm:ruleLst/>
            <dgm:forEach name="rep2b" axis="ch" ptType="asst">
              <dgm:forEach name="Name110" axis="precedSib" ptType="parTrans" st="-1" cnt="1">
                <dgm:layoutNode name="Name111">
                  <dgm:alg type="conn">
                    <dgm:param type="connRout" val="bend"/>
                    <dgm:param type="dim" val="1D"/>
                    <dgm:param type="endSty" val="noArr"/>
                    <dgm:param type="begPts" val="bCtr"/>
                    <dgm:param type="endPts" val="midL midR"/>
                  </dgm:alg>
                  <dgm:shape xmlns:r="http://schemas.openxmlformats.org/officeDocument/2006/relationships" type="conn" r:blip="" zOrderOff="-99999">
                    <dgm:adjLst/>
                  </dgm:shape>
                  <dgm:presOf axis="self"/>
                  <dgm:constrLst>
                    <dgm:constr type="begPad"/>
                    <dgm:constr type="endPad"/>
                  </dgm:constrLst>
                  <dgm:ruleLst/>
                </dgm:layoutNode>
              </dgm:forEach>
              <dgm:layoutNode name="hierRoot3">
                <dgm:varLst>
                  <dgm:hierBranch val="init"/>
                </dgm:varLst>
                <dgm:choose name="Name112">
                  <dgm:if name="Name113" func="var" arg="hierBranch" op="equ" val="l">
                    <dgm:alg type="hierRoot">
                      <dgm:param type="hierAlign" val="tR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4" func="var" arg="hierBranch" op="equ" val="r">
                    <dgm:alg type="hierRoot">
                      <dgm:param type="hierAlign" val="tL"/>
                    </dgm:alg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5" func="var" arg="hierBranch" op="equ" val="hang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 val="0.65"/>
                    </dgm:constrLst>
                  </dgm:if>
                  <dgm:if name="Name116" func="var" arg="hierBranch" op="equ" val="std">
                    <dgm:alg type="hierRoot"/>
                    <dgm:shape xmlns:r="http://schemas.openxmlformats.org/officeDocument/2006/relationships" r:blip="">
                      <dgm:adjLst/>
                    </dgm:shape>
                    <dgm:presOf/>
                    <dgm:constrLst>
                      <dgm:constr type="alignOff"/>
                      <dgm:constr type="bendDist" for="des" ptType="parTrans" refType="sp" fact="0.5"/>
                    </dgm:constrLst>
                  </dgm:if>
                  <dgm:if name="Name117" func="var" arg="hierBranch" op="equ" val="init">
                    <dgm:choose name="Name118">
                      <dgm:if name="Name119" axis="des" func="maxDepth" op="lte" val="1">
                        <dgm:alg type="hierRoot">
                          <dgm:param type="hierAlign" val="tL"/>
                        </dgm:alg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 val="0.65"/>
                        </dgm:constrLst>
                      </dgm:if>
                      <dgm:else name="Name120">
                        <dgm:alg type="hierRoot"/>
                        <dgm:shape xmlns:r="http://schemas.openxmlformats.org/officeDocument/2006/relationships" r:blip="">
                          <dgm:adjLst/>
                        </dgm:shape>
                        <dgm:presOf/>
                        <dgm:constrLst>
                          <dgm:constr type="alignOff"/>
                          <dgm:constr type="bendDist" for="des" ptType="parTrans" refType="sp" fact="0.5"/>
                        </dgm:constrLst>
                      </dgm:else>
                    </dgm:choose>
                  </dgm:if>
                  <dgm:else name="Name121"/>
                </dgm:choose>
                <dgm:ruleLst/>
                <dgm:layoutNode name="rootComposite3">
                  <dgm:alg type="composite"/>
                  <dgm:shape xmlns:r="http://schemas.openxmlformats.org/officeDocument/2006/relationships" r:blip="">
                    <dgm:adjLst/>
                  </dgm:shape>
                  <dgm:presOf axis="self" ptType="node" cnt="1"/>
                  <dgm:choose name="Name122">
                    <dgm:if name="Name123" func="var" arg="hierBranch" op="equ" val="init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4" func="var" arg="hierBranch" op="equ" val="l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if name="Name125" func="var" arg="hierBranch" op="equ" val="r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l" for="ch" forName="rootConnector3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if>
                    <dgm:else name="Name126">
                      <dgm:constrLst>
                        <dgm:constr type="l" for="ch" forName="rootText3"/>
                        <dgm:constr type="t" for="ch" forName="rootText3"/>
                        <dgm:constr type="w" for="ch" forName="rootText3" refType="w"/>
                        <dgm:constr type="h" for="ch" forName="rootText3" refType="h"/>
                        <dgm:constr type="r" for="ch" forName="rootConnector3" refType="w"/>
                        <dgm:constr type="t" for="ch" forName="rootConnector3"/>
                        <dgm:constr type="w" for="ch" forName="rootConnector3" refType="w" refFor="ch" refForName="rootText3" fact="0.2"/>
                        <dgm:constr type="h" for="ch" forName="rootConnector3" refType="h" refFor="ch" refForName="rootText3"/>
                      </dgm:constrLst>
                    </dgm:else>
                  </dgm:choose>
                  <dgm:ruleLst/>
                  <dgm:layoutNode name="rootText3">
                    <dgm:varLst>
                      <dgm:chPref val="3"/>
                    </dgm:varLst>
                    <dgm:alg type="tx"/>
                    <dgm:shape xmlns:r="http://schemas.openxmlformats.org/officeDocument/2006/relationships" type="rect" r:blip="">
                      <dgm:adjLst/>
                    </dgm:shape>
                    <dgm:presOf axis="self" ptType="node" cnt="1"/>
                    <dgm:constrLst>
                      <dgm:constr type="primFontSz" val="65"/>
                      <dgm:constr type="lMarg" refType="primFontSz" fact="0.05"/>
                      <dgm:constr type="rMarg" refType="primFontSz" fact="0.05"/>
                      <dgm:constr type="tMarg" refType="primFontSz" fact="0.05"/>
                      <dgm:constr type="bMarg" refType="primFontSz" fact="0.05"/>
                    </dgm:constrLst>
                    <dgm:ruleLst>
                      <dgm:rule type="primFontSz" val="5" fact="NaN" max="NaN"/>
                    </dgm:ruleLst>
                  </dgm:layoutNode>
                  <dgm:layoutNode name="rootConnector3" moveWith="rootText1">
                    <dgm:alg type="sp"/>
                    <dgm:shape xmlns:r="http://schemas.openxmlformats.org/officeDocument/2006/relationships" type="rect" r:blip="" hideGeom="1">
                      <dgm:adjLst/>
                    </dgm:shape>
                    <dgm:presOf axis="self" ptType="node" cnt="1"/>
                    <dgm:constrLst/>
                    <dgm:ruleLst/>
                  </dgm:layoutNode>
                </dgm:layoutNode>
                <dgm:layoutNode name="hierChild6">
                  <dgm:choose name="Name127">
                    <dgm:if name="Name128" func="var" arg="hierBranch" op="equ" val="l">
                      <dgm:alg type="hierChild">
                        <dgm:param type="chAlign" val="r"/>
                        <dgm:param type="linDir" val="fromT"/>
                      </dgm:alg>
                    </dgm:if>
                    <dgm:if name="Name129" func="var" arg="hierBranch" op="equ" val="r">
                      <dgm:alg type="hierChild">
                        <dgm:param type="chAlign" val="l"/>
                        <dgm:param type="linDir" val="fromT"/>
                      </dgm:alg>
                    </dgm:if>
                    <dgm:if name="Name130" func="var" arg="hierBranch" op="equ" val="hang">
                      <dgm:choose name="Name131">
                        <dgm:if name="Name132" func="var" arg="dir" op="equ" val="norm">
                          <dgm:alg type="hierChild">
                            <dgm:param type="chAlign" val="l"/>
                            <dgm:param type="linDir" val="fromL"/>
                            <dgm:param type="secChAlign" val="t"/>
                            <dgm:param type="secLinDir" val="fromT"/>
                          </dgm:alg>
                        </dgm:if>
                        <dgm:else name="Name133">
                          <dgm:alg type="hierChild">
                            <dgm:param type="chAlign" val="l"/>
                            <dgm:param type="linDir" val="fromR"/>
                            <dgm:param type="secChAlign" val="t"/>
                            <dgm:param type="secLinDir" val="fromT"/>
                          </dgm:alg>
                        </dgm:else>
                      </dgm:choose>
                    </dgm:if>
                    <dgm:if name="Name134" func="var" arg="hierBranch" op="equ" val="std">
                      <dgm:choose name="Name135">
                        <dgm:if name="Name136" func="var" arg="dir" op="equ" val="norm">
                          <dgm:alg type="hierChild"/>
                        </dgm:if>
                        <dgm:else name="Name137">
                          <dgm:alg type="hierChild">
                            <dgm:param type="linDir" val="fromR"/>
                          </dgm:alg>
                        </dgm:else>
                      </dgm:choose>
                    </dgm:if>
                    <dgm:if name="Name138" func="var" arg="hierBranch" op="equ" val="init">
                      <dgm:choose name="Name139">
                        <dgm:if name="Name140" axis="des" func="maxDepth" op="lte" val="1">
                          <dgm:alg type="hierChild">
                            <dgm:param type="chAlign" val="l"/>
                            <dgm:param type="linDir" val="fromT"/>
                          </dgm:alg>
                        </dgm:if>
                        <dgm:else name="Name141">
                          <dgm:alg type="hierChild"/>
                        </dgm:else>
                      </dgm:choose>
                    </dgm:if>
                    <dgm:else name="Name142"/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3" ref="rep2a"/>
                </dgm:layoutNode>
                <dgm:layoutNode name="hierChild7">
                  <dgm:choose name="Name144">
                    <dgm:if name="Name145" func="var" arg="dir" op="equ" val="norm">
                      <dgm:alg type="hierChild">
                        <dgm:param type="chAlign" val="l"/>
                        <dgm:param type="linDir" val="fromL"/>
                        <dgm:param type="secChAlign" val="t"/>
                        <dgm:param type="secLinDir" val="fromT"/>
                      </dgm:alg>
                    </dgm:if>
                    <dgm:else name="Name146">
                      <dgm:alg type="hierChild">
                        <dgm:param type="chAlign" val="l"/>
                        <dgm:param type="linDir" val="fromR"/>
                        <dgm:param type="secChAlign" val="t"/>
                        <dgm:param type="secLinDir" val="fromT"/>
                      </dgm:alg>
                    </dgm:else>
                  </dgm:choose>
                  <dgm:shape xmlns:r="http://schemas.openxmlformats.org/officeDocument/2006/relationships" r:blip="">
                    <dgm:adjLst/>
                  </dgm:shape>
                  <dgm:presOf/>
                  <dgm:constrLst/>
                  <dgm:ruleLst/>
                  <dgm:forEach name="Name147" ref="rep2b"/>
                </dgm:layoutNode>
              </dgm:layoutNode>
            </dgm:forEach>
          </dgm:layoutNode>
        </dgm:layoutNode>
      </dgm:forEach>
    </dgm:forEach>
  </dgm:layoutNode>
</dgm:layoutDef>
</file>

<file path=ppt/diagrams/quickStyle1.xml><?xml version="1.0" encoding="utf-8"?>
<dgm:styleDef xmlns:dgm="http://schemas.openxmlformats.org/drawingml/2006/diagram" xmlns:a="http://schemas.openxmlformats.org/drawingml/2006/main" uniqueId="urn:microsoft.com/office/officeart/2005/8/quickstyle/simple1">
  <dgm:title val=""/>
  <dgm:desc val=""/>
  <dgm:catLst>
    <dgm:cat type="simple" pri="10100"/>
  </dgm:catLst>
  <dgm:scene3d>
    <a:camera prst="orthographicFront"/>
    <a:lightRig rig="threePt" dir="t"/>
  </dgm:scene3d>
  <dgm:styleLbl name="node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l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ven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tx1"/>
      </a:fontRef>
    </dgm:style>
  </dgm:styleLbl>
  <dgm:styleLbl name="align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node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ImgPlac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f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bgSibTrans2D1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sibTrans1D1">
    <dgm:scene3d>
      <a:camera prst="orthographicFront"/>
      <a:lightRig rig="threePt" dir="t"/>
    </dgm:scene3d>
    <dgm:sp3d/>
    <dgm:txPr/>
    <dgm:style>
      <a:lnRef idx="1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callout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sst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asst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2D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>
        <a:schemeClr val="lt1"/>
      </a:fontRef>
    </dgm:style>
  </dgm:styleLbl>
  <dgm:styleLbl name="parChTrans1D1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2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3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parChTrans1D4">
    <dgm:scene3d>
      <a:camera prst="orthographicFront"/>
      <a:lightRig rig="threePt" dir="t"/>
    </dgm:scene3d>
    <dgm:sp3d/>
    <dgm:txPr/>
    <dgm:style>
      <a:lnRef idx="2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  <dgm:styleLbl name="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con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AlignAcc1">
    <dgm:scene3d>
      <a:camera prst="orthographicFront"/>
      <a:lightRig rig="threePt" dir="t"/>
    </dgm:scene3d>
    <dgm:sp3d/>
    <dgm:txPr/>
    <dgm:style>
      <a:lnRef idx="1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F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Align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solidBgAcc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align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AccFollowNode1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0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2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3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Acc4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dk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trBgShp">
    <dgm:scene3d>
      <a:camera prst="orthographicFront"/>
      <a:lightRig rig="threePt" dir="t"/>
    </dgm:scene3d>
    <dgm:sp3d/>
    <dgm:txPr/>
    <dgm:style>
      <a:lnRef idx="0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fgShp">
    <dgm:scene3d>
      <a:camera prst="orthographicFront"/>
      <a:lightRig rig="threePt" dir="t"/>
    </dgm:scene3d>
    <dgm:sp3d/>
    <dgm:txPr/>
    <dgm:style>
      <a:lnRef idx="2">
        <a:scrgbClr r="0" g="0" b="0"/>
      </a:lnRef>
      <a:fillRef idx="1">
        <a:scrgbClr r="0" g="0" b="0"/>
      </a:fillRef>
      <a:effectRef idx="0">
        <a:scrgbClr r="0" g="0" b="0"/>
      </a:effectRef>
      <a:fontRef idx="minor"/>
    </dgm:style>
  </dgm:styleLbl>
  <dgm:styleLbl name="revTx">
    <dgm:scene3d>
      <a:camera prst="orthographicFront"/>
      <a:lightRig rig="threePt" dir="t"/>
    </dgm:scene3d>
    <dgm:sp3d/>
    <dgm:txPr/>
    <dgm:style>
      <a:lnRef idx="0">
        <a:scrgbClr r="0" g="0" b="0"/>
      </a:lnRef>
      <a:fillRef idx="0">
        <a:scrgbClr r="0" g="0" b="0"/>
      </a:fillRef>
      <a:effectRef idx="0">
        <a:scrgbClr r="0" g="0" b="0"/>
      </a:effectRef>
      <a:fontRef idx="minor"/>
    </dgm:style>
  </dgm:styleLbl>
</dgm:styleDef>
</file>

<file path=ppt/notesMasters/_rels/notesMaster1.xml.rels><?xml version="1.0" encoding="UTF-8" standalone="yes"?>
<Relationships xmlns="http://schemas.openxmlformats.org/package/2006/relationships"><Relationship Id="rId1" Type="http://schemas.openxmlformats.org/officeDocument/2006/relationships/theme" Target="../theme/theme2.xml"/></Relationships>
</file>

<file path=ppt/notesMasters/notesMaster1.xml><?xml version="1.0" encoding="utf-8"?>
<p:notes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  <p:extLst>
      <p:ext uri="{BB962C8B-B14F-4D97-AF65-F5344CB8AC3E}">
        <p14:creationId xmlns:p14="http://schemas.microsoft.com/office/powerpoint/2010/main" val="883196461"/>
      </p:ext>
    </p:extLst>
  </p:cSld>
  <p:clrMap bg1="lt1" tx1="dk1" bg2="lt2" tx2="dk2" accent1="accent1" accent2="accent2" accent3="accent3" accent4="accent4" accent5="accent5" accent6="accent6" hlink="hlink" folHlink="folHlink"/>
  <p:notesStyle>
    <a:lvl1pPr marL="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1pPr>
    <a:lvl2pPr marL="457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2pPr>
    <a:lvl3pPr marL="914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3pPr>
    <a:lvl4pPr marL="1371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4pPr>
    <a:lvl5pPr marL="18288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5pPr>
    <a:lvl6pPr marL="22860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6pPr>
    <a:lvl7pPr marL="27432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7pPr>
    <a:lvl8pPr marL="32004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8pPr>
    <a:lvl9pPr marL="3657600" algn="l" defTabSz="914400" rtl="0" eaLnBrk="1" latinLnBrk="0" hangingPunct="1">
      <a:defRPr sz="1200" kern="1200">
        <a:solidFill>
          <a:schemeClr val="tx1"/>
        </a:solidFill>
        <a:latin typeface="+mn-lt"/>
        <a:ea typeface="+mn-ea"/>
        <a:cs typeface="+mn-cs"/>
      </a:defRPr>
    </a:lvl9pPr>
  </p:notesStyle>
</p:notesMaster>
</file>

<file path=ppt/notesSlides/_rels/notesSlide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2.xml"/><Relationship Id="rId1" Type="http://schemas.openxmlformats.org/officeDocument/2006/relationships/notesMaster" Target="../notesMasters/notesMaster1.xml"/></Relationships>
</file>

<file path=ppt/notesSlides/_rels/notesSlide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3.xml"/><Relationship Id="rId1" Type="http://schemas.openxmlformats.org/officeDocument/2006/relationships/notesMaster" Target="../notesMasters/notesMaster1.xml"/></Relationships>
</file>

<file path=ppt/notesSlides/_rels/notesSlide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4.xml"/><Relationship Id="rId1" Type="http://schemas.openxmlformats.org/officeDocument/2006/relationships/notesMaster" Target="../notesMasters/notesMaster1.xml"/></Relationships>
</file>

<file path=ppt/notesSlides/_rels/notesSlide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5.xml"/><Relationship Id="rId1" Type="http://schemas.openxmlformats.org/officeDocument/2006/relationships/notesMaster" Target="../notesMasters/notesMaster1.xml"/></Relationships>
</file>

<file path=ppt/notesSlides/_rels/notesSlide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6.xml"/><Relationship Id="rId1" Type="http://schemas.openxmlformats.org/officeDocument/2006/relationships/notesMaster" Target="../notesMasters/notesMaster1.xml"/></Relationships>
</file>

<file path=ppt/notesSlides/_rels/notesSlide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7.xml"/><Relationship Id="rId1" Type="http://schemas.openxmlformats.org/officeDocument/2006/relationships/notesMaster" Target="../notesMasters/notesMaster1.xml"/></Relationships>
</file>

<file path=ppt/notesSlides/_rels/notesSlide7.xml.rels><?xml version="1.0" encoding="UTF-8" standalone="yes"?>
<Relationships xmlns="http://schemas.openxmlformats.org/package/2006/relationships"><Relationship Id="rId2" Type="http://schemas.openxmlformats.org/officeDocument/2006/relationships/slide" Target="../slides/slide8.xml"/><Relationship Id="rId1" Type="http://schemas.openxmlformats.org/officeDocument/2006/relationships/notesMaster" Target="../notesMasters/notesMaster1.xml"/></Relationships>
</file>

<file path=ppt/notesSlides/_rels/notesSlide8.xml.rels><?xml version="1.0" encoding="UTF-8" standalone="yes"?>
<Relationships xmlns="http://schemas.openxmlformats.org/package/2006/relationships"><Relationship Id="rId2" Type="http://schemas.openxmlformats.org/officeDocument/2006/relationships/slide" Target="../slides/slide9.xml"/><Relationship Id="rId1" Type="http://schemas.openxmlformats.org/officeDocument/2006/relationships/notesMaster" Target="../notesMasters/notesMaster1.xml"/></Relationships>
</file>

<file path=ppt/notesSlides/_rels/notesSlide9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0.xml"/><Relationship Id="rId1" Type="http://schemas.openxmlformats.org/officeDocument/2006/relationships/notesMaster" Target="../notesMasters/notesMaster1.xml"/></Relationships>
</file>

<file path=ppt/notesSlides/_rels/notesSlide10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1.xml"/><Relationship Id="rId1" Type="http://schemas.openxmlformats.org/officeDocument/2006/relationships/notesMaster" Target="../notesMasters/notesMaster1.xml"/></Relationships>
</file>

<file path=ppt/notesSlides/_rels/notesSlide11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2.xml"/><Relationship Id="rId1" Type="http://schemas.openxmlformats.org/officeDocument/2006/relationships/notesMaster" Target="../notesMasters/notesMaster1.xml"/></Relationships>
</file>

<file path=ppt/notesSlides/_rels/notesSlide12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3.xml"/><Relationship Id="rId1" Type="http://schemas.openxmlformats.org/officeDocument/2006/relationships/notesMaster" Target="../notesMasters/notesMaster1.xml"/></Relationships>
</file>

<file path=ppt/notesSlides/_rels/notesSlide13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4.xml"/><Relationship Id="rId1" Type="http://schemas.openxmlformats.org/officeDocument/2006/relationships/notesMaster" Target="../notesMasters/notesMaster1.xml"/></Relationships>
</file>

<file path=ppt/notesSlides/_rels/notesSlide14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5.xml"/><Relationship Id="rId1" Type="http://schemas.openxmlformats.org/officeDocument/2006/relationships/notesMaster" Target="../notesMasters/notesMaster1.xml"/></Relationships>
</file>

<file path=ppt/notesSlides/_rels/notesSlide15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6.xml"/><Relationship Id="rId1" Type="http://schemas.openxmlformats.org/officeDocument/2006/relationships/notesMaster" Target="../notesMasters/notesMaster1.xml"/></Relationships>
</file>

<file path=ppt/notesSlides/_rels/notesSlide16.xml.rels><?xml version="1.0" encoding="UTF-8" standalone="yes"?>
<Relationships xmlns="http://schemas.openxmlformats.org/package/2006/relationships"><Relationship Id="rId2" Type="http://schemas.openxmlformats.org/officeDocument/2006/relationships/slide" Target="../slides/slide17.xml"/><Relationship Id="rId1" Type="http://schemas.openxmlformats.org/officeDocument/2006/relationships/notesMaster" Target="../notesMasters/notesMaster1.xml"/></Relationships>
</file>

<file path=ppt/notesSlides/notesSlide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9CBB45D2-EBEB-8989-FD14-D53F7CEB7D4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05790BBF-B068-30FA-6CE7-6AACCC6CAB46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78A91BB0-6E96-0C9E-87EF-CDA1A90DE9C2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6BF26B33-02F9-691E-8B14-E35CF061234A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864354335"/>
      </p:ext>
    </p:extLst>
  </p:cSld>
  <p:clrMapOvr>
    <a:masterClrMapping/>
  </p:clrMapOvr>
</p:notes>
</file>

<file path=ppt/notesSlides/notesSlide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6954989-8786-CB2B-2CB7-F5B7D966882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6BB8DDEE-E663-981A-211D-253E4ECCDB9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1FD21B2-313C-801D-C544-A3587A852793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8486A81A-A7AA-8803-57F4-B81F5AA5BE8B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237361075"/>
      </p:ext>
    </p:extLst>
  </p:cSld>
  <p:clrMapOvr>
    <a:masterClrMapping/>
  </p:clrMapOvr>
</p:notes>
</file>

<file path=ppt/notesSlides/notesSlide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36A4B877-3800-252B-978A-702DF60E58E7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8DA7C8-5859-4180-092E-DD55069983D3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CAC54AA4-3D98-58AB-3933-C194BF140750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F442AE5F-2E86-BB61-D50B-564358111EF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3596154110"/>
      </p:ext>
    </p:extLst>
  </p:cSld>
  <p:clrMapOvr>
    <a:masterClrMapping/>
  </p:clrMapOvr>
</p:notes>
</file>

<file path=ppt/notesSlides/notesSlide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DA5107D-2BC8-AE30-63AC-1493C764BE1F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3DFE66DA-5B12-630B-A6EF-2CA557CF012C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956727B3-D401-28AE-855C-5FFF87CCBA84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415C28CF-A5EE-9AC3-3966-781DB38ABED7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967332521"/>
      </p:ext>
    </p:extLst>
  </p:cSld>
  <p:clrMapOvr>
    <a:masterClrMapping/>
  </p:clrMapOvr>
</p:notes>
</file>

<file path=ppt/notesSlides/notesSlide7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8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8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9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9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10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0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A7876B2-62E2-59C1-6E43-DFFCD74D8339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AAB4ADBA-1950-8E37-F3DA-F67013B24A6D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5DB2B8D2-3461-B150-30B0-572858E2181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5453D2D-7CA0-4A40-CCB8-B0FA9FB15DD1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11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392919426"/>
      </p:ext>
    </p:extLst>
  </p:cSld>
  <p:clrMapOvr>
    <a:masterClrMapping/>
  </p:clrMapOvr>
</p:notes>
</file>

<file path=ppt/notesSlides/notesSlide11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728709F4-E1D2-0B26-0F51-36EC0D14C7DD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814BC3DD-B562-94EB-3D33-3C50DB8430B4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549AC52-2F41-04B3-3F93-41A4DD9A41B9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2B1D3B45-3F22-9D4D-9EC9-B8708C7D5E7F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12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90240486"/>
      </p:ext>
    </p:extLst>
  </p:cSld>
  <p:clrMapOvr>
    <a:masterClrMapping/>
  </p:clrMapOvr>
</p:notes>
</file>

<file path=ppt/notesSlides/notesSlide12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13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3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4DD7C27D-E1D2-BE3D-4EA6-07B5DDF46E1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F8CCC92B-13E0-CF79-5C7A-2E845F89C950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09C4E0F4-FB7D-3F5B-DFA8-74D3B5AC7AFB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5E34E4CB-5500-D7FC-CDC9-EF7F3CDA9FC0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14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566877910"/>
      </p:ext>
    </p:extLst>
  </p:cSld>
  <p:clrMapOvr>
    <a:masterClrMapping/>
  </p:clrMapOvr>
</p:notes>
</file>

<file path=ppt/notesSlides/notesSlide14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>
          <a:extLst>
            <a:ext uri="{FF2B5EF4-FFF2-40B4-BE49-F238E27FC236}">
              <a16:creationId xmlns:a16="http://schemas.microsoft.com/office/drawing/2014/main" id="{691F6ACC-C260-535D-6EE0-1884F2B1D95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>
            <a:extLst>
              <a:ext uri="{FF2B5EF4-FFF2-40B4-BE49-F238E27FC236}">
                <a16:creationId xmlns:a16="http://schemas.microsoft.com/office/drawing/2014/main" id="{D0071AEA-44B8-62BF-CBD7-F29C0012A9F9}"/>
              </a:ext>
            </a:extLst>
          </p:cNvPr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>
            <a:extLst>
              <a:ext uri="{FF2B5EF4-FFF2-40B4-BE49-F238E27FC236}">
                <a16:creationId xmlns:a16="http://schemas.microsoft.com/office/drawing/2014/main" id="{4A5C2ED6-7F31-9C71-9EA7-DBC64B8288FE}"/>
              </a:ext>
            </a:extLst>
          </p:cNvPr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>
            <a:extLst>
              <a:ext uri="{FF2B5EF4-FFF2-40B4-BE49-F238E27FC236}">
                <a16:creationId xmlns:a16="http://schemas.microsoft.com/office/drawing/2014/main" id="{7DF0C7D6-D1F9-B6B3-8A5A-6440EED6271D}"/>
              </a:ext>
            </a:extLst>
          </p:cNvPr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15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207995912"/>
      </p:ext>
    </p:extLst>
  </p:cSld>
  <p:clrMapOvr>
    <a:masterClrMapping/>
  </p:clrMapOvr>
</p:notes>
</file>

<file path=ppt/notesSlides/notesSlide15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16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notesSlides/notesSlide16.xml><?xml version="1.0" encoding="utf-8"?>
<p:notes xmlns:a="http://schemas.openxmlformats.org/drawingml/2006/main" xmlns:r="http://schemas.openxmlformats.org/officeDocument/2006/relationships" xmlns:p="http://schemas.openxmlformats.org/presentationml/2006/main">
  <p:cSld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2" name="Slide Image Placeholder 1"/>
          <p:cNvSpPr>
            <a:spLocks noGrp="1" noRot="1" noChangeAspect="1"/>
          </p:cNvSpPr>
          <p:nvPr>
            <p:ph type="sldImg"/>
          </p:nvPr>
        </p:nvSpPr>
        <p:spPr/>
        <p:txBody>
          <a:bodyPr/>
          <a:lstStyle/>
          <a:p>
            <a:endParaRPr lang="en-CA"/>
          </a:p>
        </p:txBody>
      </p:sp>
      <p:sp>
        <p:nvSpPr>
          <p:cNvPr id="3" name="Notes Placeholder 2"/>
          <p:cNvSpPr>
            <a:spLocks noGrp="1"/>
          </p:cNvSpPr>
          <p:nvPr>
            <p:ph type="body" idx="1"/>
          </p:nvPr>
        </p:nvSpPr>
        <p:spPr/>
        <p:txBody>
          <a:bodyPr/>
          <a:lstStyle/>
          <a:p>
            <a:endParaRPr lang="en-US" dirty="0"/>
          </a:p>
        </p:txBody>
      </p:sp>
      <p:sp>
        <p:nvSpPr>
          <p:cNvPr id="4" name="Slide Number Placeholder 3"/>
          <p:cNvSpPr>
            <a:spLocks noGrp="1"/>
          </p:cNvSpPr>
          <p:nvPr>
            <p:ph type="sldNum" sz="quarter" idx="10"/>
          </p:nvPr>
        </p:nvSpPr>
        <p:spPr/>
        <p:txBody>
          <a:bodyPr/>
          <a:lstStyle/>
          <a:p>
            <a:fld id="{F7021451-1387-4CA6-816F-3879F97B5CBC}" type="slidenum">
              <a:rPr lang="en-US"/>
              <a:t>17</a:t>
            </a:fld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024086991"/>
      </p:ext>
    </p:extLst>
  </p:cSld>
  <p:clrMapOvr>
    <a:masterClrMapping/>
  </p:clrMapOvr>
</p:notes>
</file>

<file path=ppt/slideLayouts/_rels/slideLayout1.xml.rels><?xml version="1.0" encoding="UTF-8" standalone="yes"?>
<Relationships xmlns="http://schemas.openxmlformats.org/package/2006/relationships"><Relationship Id="rId1" Type="http://schemas.openxmlformats.org/officeDocument/2006/relationships/slideMaster" Target="../slideMasters/slideMaster1.xml"/></Relationships>
</file>

<file path=ppt/slideLayouts/slideLayout1.xml><?xml version="1.0" encoding="utf-8"?>
<p:sldLayout xmlns:a="http://schemas.openxmlformats.org/drawingml/2006/main" xmlns:r="http://schemas.openxmlformats.org/officeDocument/2006/relationships" xmlns:p="http://schemas.openxmlformats.org/presentationml/2006/main" preserve="1">
  <p:cSld name="DEFAULT"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Ovr>
    <a:masterClrMapping/>
  </p:clrMapOvr>
</p:sldLayout>
</file>

<file path=ppt/slideMasters/_rels/slideMaster1.xml.rels><?xml version="1.0" encoding="UTF-8" standalone="yes"?>
<Relationships xmlns="http://schemas.openxmlformats.org/package/2006/relationships"><Relationship Id="rId2" Type="http://schemas.openxmlformats.org/officeDocument/2006/relationships/theme" Target="../theme/theme1.xml"/><Relationship Id="rId1" Type="http://schemas.openxmlformats.org/officeDocument/2006/relationships/slideLayout" Target="../slideLayouts/slideLayout1.xml"/></Relationships>
</file>

<file path=ppt/slideMasters/slideMaster1.xml><?xml version="1.0" encoding="utf-8"?>
<p:sldMaster xmlns:a="http://schemas.openxmlformats.org/drawingml/2006/main" xmlns:r="http://schemas.openxmlformats.org/officeDocument/2006/relationships" xmlns:p="http://schemas.openxmlformats.org/presentationml/2006/main">
  <p:cSld>
    <p:bg>
      <p:bgRef idx="1001">
        <a:schemeClr val="bg1"/>
      </p:bgRef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id="2147483649" r:id="rId1"/>
  </p:sldLayoutIdLst>
  <p:hf sldNum="0" hdr="0" ftr="0" dt="0"/>
  <p:txStyles>
    <p:titleStyle>
      <a:lvl1pPr algn="ctr" defTabSz="914400" rtl="0" eaLnBrk="1" latinLnBrk="0" hangingPunct="1">
        <a:spcBef>
          <a:spcPct val="0"/>
        </a:spcBef>
        <a:buNone/>
        <a:defRPr sz="4400" kern="1200">
          <a:solidFill>
            <a:schemeClr val="tx1"/>
          </a:solidFill>
          <a:latin typeface="+mj-lt"/>
          <a:ea typeface="+mj-ea"/>
          <a:cs typeface="+mj-cs"/>
        </a:defRPr>
      </a:lvl1pPr>
    </p:titleStyle>
    <p:bodyStyle>
      <a:lvl1pPr marL="342900" indent="-342900" algn="l" defTabSz="914400" rtl="0" eaLnBrk="1" latinLnBrk="0" hangingPunct="1">
        <a:spcBef>
          <a:spcPct val="20000"/>
        </a:spcBef>
        <a:buFont typeface="Arial" pitchFamily="34" charset="0"/>
        <a:buChar char="•"/>
        <a:defRPr sz="3200" kern="1200">
          <a:solidFill>
            <a:schemeClr val="tx1"/>
          </a:solidFill>
          <a:latin typeface="+mn-lt"/>
          <a:ea typeface="+mn-ea"/>
          <a:cs typeface="+mn-cs"/>
        </a:defRPr>
      </a:lvl1pPr>
      <a:lvl2pPr marL="742950" indent="-285750" algn="l" defTabSz="914400" rtl="0" eaLnBrk="1" latinLnBrk="0" hangingPunct="1">
        <a:spcBef>
          <a:spcPct val="20000"/>
        </a:spcBef>
        <a:buFont typeface="Arial" pitchFamily="34" charset="0"/>
        <a:buChar char="–"/>
        <a:defRPr sz="2800" kern="1200">
          <a:solidFill>
            <a:schemeClr val="tx1"/>
          </a:solidFill>
          <a:latin typeface="+mn-lt"/>
          <a:ea typeface="+mn-ea"/>
          <a:cs typeface="+mn-cs"/>
        </a:defRPr>
      </a:lvl2pPr>
      <a:lvl3pPr marL="1143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400" kern="1200">
          <a:solidFill>
            <a:schemeClr val="tx1"/>
          </a:solidFill>
          <a:latin typeface="+mn-lt"/>
          <a:ea typeface="+mn-ea"/>
          <a:cs typeface="+mn-cs"/>
        </a:defRPr>
      </a:lvl3pPr>
      <a:lvl4pPr marL="1600200" indent="-228600" algn="l" defTabSz="914400" rtl="0" eaLnBrk="1" latinLnBrk="0" hangingPunct="1">
        <a:spcBef>
          <a:spcPct val="20000"/>
        </a:spcBef>
        <a:buFont typeface="Arial" pitchFamily="34" charset="0"/>
        <a:buChar char="–"/>
        <a:defRPr sz="2000" kern="1200">
          <a:solidFill>
            <a:schemeClr val="tx1"/>
          </a:solidFill>
          <a:latin typeface="+mn-lt"/>
          <a:ea typeface="+mn-ea"/>
          <a:cs typeface="+mn-cs"/>
        </a:defRPr>
      </a:lvl4pPr>
      <a:lvl5pPr marL="2057400" indent="-228600" algn="l" defTabSz="914400" rtl="0" eaLnBrk="1" latinLnBrk="0" hangingPunct="1">
        <a:spcBef>
          <a:spcPct val="20000"/>
        </a:spcBef>
        <a:buFont typeface="Arial" pitchFamily="34" charset="0"/>
        <a:buChar char="»"/>
        <a:defRPr sz="2000" kern="1200">
          <a:solidFill>
            <a:schemeClr val="tx1"/>
          </a:solidFill>
          <a:latin typeface="+mn-lt"/>
          <a:ea typeface="+mn-ea"/>
          <a:cs typeface="+mn-cs"/>
        </a:defRPr>
      </a:lvl5pPr>
      <a:lvl6pPr marL="25146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6pPr>
      <a:lvl7pPr marL="29718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7pPr>
      <a:lvl8pPr marL="34290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8pPr>
      <a:lvl9pPr marL="3886200" indent="-228600" algn="l" defTabSz="914400" rtl="0" eaLnBrk="1" latinLnBrk="0" hangingPunct="1">
        <a:spcBef>
          <a:spcPct val="20000"/>
        </a:spcBef>
        <a:buFont typeface="Arial" pitchFamily="34" charset="0"/>
        <a:buChar char="•"/>
        <a:defRPr sz="2000" kern="1200">
          <a:solidFill>
            <a:schemeClr val="tx1"/>
          </a:solidFill>
          <a:latin typeface="+mn-lt"/>
          <a:ea typeface="+mn-ea"/>
          <a:cs typeface="+mn-cs"/>
        </a:defRPr>
      </a:lvl9pPr>
    </p:bodyStyle>
    <p:otherStyle>
      <a:defPPr>
        <a:defRPr lang="en-US"/>
      </a:defPPr>
      <a:lvl1pPr marL="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1pPr>
      <a:lvl2pPr marL="457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2pPr>
      <a:lvl3pPr marL="914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3pPr>
      <a:lvl4pPr marL="1371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4pPr>
      <a:lvl5pPr marL="18288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5pPr>
      <a:lvl6pPr marL="22860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6pPr>
      <a:lvl7pPr marL="27432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7pPr>
      <a:lvl8pPr marL="32004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8pPr>
      <a:lvl9pPr marL="3657600" algn="l" defTabSz="914400" rtl="0" eaLnBrk="1" latinLnBrk="0" hangingPunct="1">
        <a:defRPr sz="1800" kern="1200">
          <a:solidFill>
            <a:schemeClr val="tx1"/>
          </a:solidFill>
          <a:latin typeface="+mn-lt"/>
          <a:ea typeface="+mn-ea"/>
          <a:cs typeface="+mn-cs"/>
        </a:defRPr>
      </a:lvl9pPr>
    </p:otherStyle>
  </p:txStyles>
</p:sldMaster>
</file>

<file path=ppt/slides/_rels/slide1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_rels/slide2.xml.rels><?xml version="1.0" encoding="UTF-8" standalone="yes"?>
<Relationships xmlns="http://schemas.openxmlformats.org/package/2006/relationships"><Relationship Id="rId3" Type="http://schemas.openxmlformats.org/officeDocument/2006/relationships/image" Target="../media/image1.png"/><Relationship Id="rId2" Type="http://schemas.openxmlformats.org/officeDocument/2006/relationships/notesSlide" Target="../notesSlides/notesSlide1.xml"/><Relationship Id="rId1" Type="http://schemas.openxmlformats.org/officeDocument/2006/relationships/slideLayout" Target="../slideLayouts/slideLayout1.xml"/></Relationships>
</file>

<file path=ppt/slides/_rels/slide3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2.xml"/><Relationship Id="rId1" Type="http://schemas.openxmlformats.org/officeDocument/2006/relationships/slideLayout" Target="../slideLayouts/slideLayout1.xml"/></Relationships>
</file>

<file path=ppt/slides/_rels/slide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3.xml"/><Relationship Id="rId1" Type="http://schemas.openxmlformats.org/officeDocument/2006/relationships/slideLayout" Target="../slideLayouts/slideLayout1.xml"/></Relationships>
</file>

<file path=ppt/slides/_rels/slide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4.xml"/><Relationship Id="rId1" Type="http://schemas.openxmlformats.org/officeDocument/2006/relationships/slideLayout" Target="../slideLayouts/slideLayout1.xml"/></Relationships>
</file>

<file path=ppt/slides/_rels/slide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5.xml"/><Relationship Id="rId1" Type="http://schemas.openxmlformats.org/officeDocument/2006/relationships/slideLayout" Target="../slideLayouts/slideLayout1.xml"/></Relationships>
</file>

<file path=ppt/slides/_rels/slide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6.xml"/><Relationship Id="rId1" Type="http://schemas.openxmlformats.org/officeDocument/2006/relationships/slideLayout" Target="../slideLayouts/slideLayout1.xml"/></Relationships>
</file>

<file path=ppt/slides/_rels/slide8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7.xml"/><Relationship Id="rId1" Type="http://schemas.openxmlformats.org/officeDocument/2006/relationships/slideLayout" Target="../slideLayouts/slideLayout1.xml"/></Relationships>
</file>

<file path=ppt/slides/_rels/slide9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8.xml"/><Relationship Id="rId1" Type="http://schemas.openxmlformats.org/officeDocument/2006/relationships/slideLayout" Target="../slideLayouts/slideLayout1.xml"/></Relationships>
</file>

<file path=ppt/slides/_rels/slide10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9.xml"/><Relationship Id="rId1" Type="http://schemas.openxmlformats.org/officeDocument/2006/relationships/slideLayout" Target="../slideLayouts/slideLayout1.xml"/></Relationships>
</file>

<file path=ppt/slides/_rels/slide11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0.xml"/><Relationship Id="rId1" Type="http://schemas.openxmlformats.org/officeDocument/2006/relationships/slideLayout" Target="../slideLayouts/slideLayout1.xml"/></Relationships>
</file>

<file path=ppt/slides/_rels/slide12.xml.rels><?xml version="1.0" encoding="UTF-8" standalone="yes"?>
<Relationships xmlns="http://schemas.openxmlformats.org/package/2006/relationships"><Relationship Id="rId3" Type="http://schemas.openxmlformats.org/officeDocument/2006/relationships/diagramData" Target="../diagrams/data1.xml"/><Relationship Id="rId7" Type="http://schemas.microsoft.com/office/2007/relationships/diagramDrawing" Target="../diagrams/drawing1.xml"/><Relationship Id="rId2" Type="http://schemas.openxmlformats.org/officeDocument/2006/relationships/notesSlide" Target="../notesSlides/notesSlide11.xml"/><Relationship Id="rId1" Type="http://schemas.openxmlformats.org/officeDocument/2006/relationships/slideLayout" Target="../slideLayouts/slideLayout1.xml"/><Relationship Id="rId6" Type="http://schemas.openxmlformats.org/officeDocument/2006/relationships/diagramColors" Target="../diagrams/colors1.xml"/><Relationship Id="rId5" Type="http://schemas.openxmlformats.org/officeDocument/2006/relationships/diagramQuickStyle" Target="../diagrams/quickStyle1.xml"/><Relationship Id="rId4" Type="http://schemas.openxmlformats.org/officeDocument/2006/relationships/diagramLayout" Target="../diagrams/layout1.xml"/></Relationships>
</file>

<file path=ppt/slides/_rels/slide13.xml.rels><?xml version="1.0" encoding="UTF-8" standalone="yes"?>
<Relationships xmlns="http://schemas.openxmlformats.org/package/2006/relationships"><Relationship Id="rId3" Type="http://schemas.openxmlformats.org/officeDocument/2006/relationships/image" Target="../media/image2.png"/><Relationship Id="rId2" Type="http://schemas.openxmlformats.org/officeDocument/2006/relationships/notesSlide" Target="../notesSlides/notesSlide12.xml"/><Relationship Id="rId1" Type="http://schemas.openxmlformats.org/officeDocument/2006/relationships/slideLayout" Target="../slideLayouts/slideLayout1.xml"/><Relationship Id="rId4" Type="http://schemas.openxmlformats.org/officeDocument/2006/relationships/image" Target="../media/image3.svg"/></Relationships>
</file>

<file path=ppt/slides/_rels/slide14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3.xml"/><Relationship Id="rId1" Type="http://schemas.openxmlformats.org/officeDocument/2006/relationships/slideLayout" Target="../slideLayouts/slideLayout1.xml"/></Relationships>
</file>

<file path=ppt/slides/_rels/slide15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4.xml"/><Relationship Id="rId1" Type="http://schemas.openxmlformats.org/officeDocument/2006/relationships/slideLayout" Target="../slideLayouts/slideLayout1.xml"/></Relationships>
</file>

<file path=ppt/slides/_rels/slide16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5.xml"/><Relationship Id="rId1" Type="http://schemas.openxmlformats.org/officeDocument/2006/relationships/slideLayout" Target="../slideLayouts/slideLayout1.xml"/></Relationships>
</file>

<file path=ppt/slides/_rels/slide17.xml.rels><?xml version="1.0" encoding="UTF-8" standalone="yes"?>
<Relationships xmlns="http://schemas.openxmlformats.org/package/2006/relationships"><Relationship Id="rId2" Type="http://schemas.openxmlformats.org/officeDocument/2006/relationships/notesSlide" Target="../notesSlides/notesSlide16.xml"/><Relationship Id="rId1" Type="http://schemas.openxmlformats.org/officeDocument/2006/relationships/slideLayout" Target="../slideLayouts/slideLayout1.xml"/></Relationships>
</file>

<file path=ppt/slides/_rels/slide18.xml.rels><?xml version="1.0" encoding="UTF-8" standalone="yes"?>
<Relationships xmlns="http://schemas.openxmlformats.org/package/2006/relationships"><Relationship Id="rId2" Type="http://schemas.openxmlformats.org/officeDocument/2006/relationships/image" Target="../media/image1.png"/><Relationship Id="rId1" Type="http://schemas.openxmlformats.org/officeDocument/2006/relationships/slideLayout" Target="../slideLayouts/slideLayout1.xml"/></Relationships>
</file>

<file path=ppt/slides/slide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5516592-E08E-D6C3-8361-DB2920E701DE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8" name="Rectangle 7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Rectangle 13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8" name="Isosceles Triangle 17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ED268A2E-CCEA-86F4-3B0D-6A5747EB8FD6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68" t="32452" r="12750" b="41164"/>
          <a:stretch>
            <a:fillRect/>
          </a:stretch>
        </p:blipFill>
        <p:spPr>
          <a:xfrm>
            <a:off x="2784929" y="1404456"/>
            <a:ext cx="3675742" cy="1339847"/>
          </a:xfrm>
          <a:prstGeom prst="rect">
            <a:avLst/>
          </a:prstGeom>
          <a:ln>
            <a:noFill/>
          </a:ln>
        </p:spPr>
      </p:pic>
      <p:sp>
        <p:nvSpPr>
          <p:cNvPr id="20" name="Isosceles Triangle 19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096157898"/>
      </p:ext>
    </p:extLst>
  </p:cSld>
  <p:clrMapOvr>
    <a:masterClrMapping/>
  </p:clrMapOvr>
</p:sld>
</file>

<file path=ppt/slides/slide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23" name="Rectangle 22">
            <a:extLst>
              <a:ext uri="{FF2B5EF4-FFF2-40B4-BE49-F238E27FC236}">
                <a16:creationId xmlns:a16="http://schemas.microsoft.com/office/drawing/2014/main" id="{D1A671DE-D529-4A2A-A35D-E974002395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5726932" y="1713646"/>
            <a:ext cx="2910428" cy="131010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Figma Tutorial for Android Prototyping</a:t>
            </a:r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34449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cxnSp>
        <p:nvCxnSpPr>
          <p:cNvPr id="27" name="Straight Connector 26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 flipH="1">
            <a:off x="572736" y="955324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9" name="Block Arc 28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223573" y="1036796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31" name="Freeform: Shape 30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423496" y="0"/>
            <a:ext cx="1736439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33" name="Oval 3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240094" y="1759377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37" name="Freeform: Shape 36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177421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9" name="Arc 38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727948" flipH="1">
            <a:off x="1732119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4" name="Text 2"/>
          <p:cNvSpPr/>
          <p:nvPr/>
        </p:nvSpPr>
        <p:spPr>
          <a:xfrm>
            <a:off x="6714886" y="2814673"/>
            <a:ext cx="1911828" cy="26670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100"/>
              </a:lnSpc>
              <a:spcAft>
                <a:spcPts val="600"/>
              </a:spcAft>
              <a:buNone/>
            </a:pPr>
            <a:r>
              <a:rPr lang="en-US" sz="150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By Dundee Adriatico</a:t>
            </a:r>
            <a:endParaRPr lang="en-US" sz="1500" dirty="0"/>
          </a:p>
        </p:txBody>
      </p:sp>
      <p:sp>
        <p:nvSpPr>
          <p:cNvPr id="5" name="Text 3"/>
          <p:cNvSpPr/>
          <p:nvPr/>
        </p:nvSpPr>
        <p:spPr>
          <a:xfrm>
            <a:off x="6913241" y="3107514"/>
            <a:ext cx="1665753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470"/>
              </a:lnSpc>
              <a:spcAft>
                <a:spcPts val="600"/>
              </a:spcAft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CSIS 3375 • February 2026</a:t>
            </a:r>
            <a:endParaRPr lang="en-US" sz="1050" dirty="0"/>
          </a:p>
        </p:txBody>
      </p:sp>
      <p:pic>
        <p:nvPicPr>
          <p:cNvPr id="6" name="Picture 5">
            <a:extLst>
              <a:ext uri="{FF2B5EF4-FFF2-40B4-BE49-F238E27FC236}">
                <a16:creationId xmlns:a16="http://schemas.microsoft.com/office/drawing/2014/main" id="{D05CD858-1A44-10B9-39AC-B4FCC94D2C6D}"/>
              </a:ext>
            </a:extLst>
          </p:cNvPr>
          <p:cNvPicPr>
            <a:picLocks noChangeAspect="1"/>
          </p:cNvPicPr>
          <p:nvPr/>
        </p:nvPicPr>
        <p:blipFill>
          <a:blip r:embed="rId3"/>
          <a:srcRect l="14868" t="32452" r="12750" b="41164"/>
          <a:stretch>
            <a:fillRect/>
          </a:stretch>
        </p:blipFill>
        <p:spPr>
          <a:xfrm>
            <a:off x="5507518" y="596133"/>
            <a:ext cx="3191250" cy="1163244"/>
          </a:xfrm>
          <a:prstGeom prst="rect">
            <a:avLst/>
          </a:prstGeom>
          <a:ln>
            <a:noFill/>
          </a:ln>
        </p:spPr>
      </p:pic>
    </p:spTree>
  </p:cSld>
  <p:clrMapOvr>
    <a:masterClrMapping/>
  </p:clrMapOvr>
</p:sld>
</file>

<file path=ppt/slides/slide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709F1D5-B0F1-4714-A239-E5B61C16191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ectangle: Rounded Corners 9">
            <a:extLst>
              <a:ext uri="{FF2B5EF4-FFF2-40B4-BE49-F238E27FC236}">
                <a16:creationId xmlns:a16="http://schemas.microsoft.com/office/drawing/2014/main" id="{228FB460-D3FF-4440-A020-05982A09E51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55409" y="758283"/>
            <a:ext cx="3277394" cy="3277395"/>
          </a:xfrm>
          <a:prstGeom prst="roundRect">
            <a:avLst>
              <a:gd name="adj" fmla="val 2757"/>
            </a:avLst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717619" y="834726"/>
            <a:ext cx="2952974" cy="3124508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Tutorial Agenda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Freeform: Shape 11">
            <a:extLst>
              <a:ext uri="{FF2B5EF4-FFF2-40B4-BE49-F238E27FC236}">
                <a16:creationId xmlns:a16="http://schemas.microsoft.com/office/drawing/2014/main" id="{14847E93-7DC1-4D4B-8829-B19AA7137C5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97896" y="0"/>
            <a:ext cx="866357" cy="443256"/>
          </a:xfrm>
          <a:custGeom>
            <a:avLst/>
            <a:gdLst>
              <a:gd name="connsiteX0" fmla="*/ 1355 w 1155142"/>
              <a:gd name="connsiteY0" fmla="*/ 0 h 591009"/>
              <a:gd name="connsiteX1" fmla="*/ 1153787 w 1155142"/>
              <a:gd name="connsiteY1" fmla="*/ 0 h 591009"/>
              <a:gd name="connsiteX2" fmla="*/ 1155142 w 1155142"/>
              <a:gd name="connsiteY2" fmla="*/ 13438 h 591009"/>
              <a:gd name="connsiteX3" fmla="*/ 577571 w 1155142"/>
              <a:gd name="connsiteY3" fmla="*/ 591009 h 591009"/>
              <a:gd name="connsiteX4" fmla="*/ 0 w 1155142"/>
              <a:gd name="connsiteY4" fmla="*/ 13438 h 59100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55142" h="591009">
                <a:moveTo>
                  <a:pt x="1355" y="0"/>
                </a:moveTo>
                <a:lnTo>
                  <a:pt x="1153787" y="0"/>
                </a:lnTo>
                <a:lnTo>
                  <a:pt x="1155142" y="13438"/>
                </a:lnTo>
                <a:cubicBezTo>
                  <a:pt x="1155142" y="332422"/>
                  <a:pt x="896555" y="591009"/>
                  <a:pt x="577571" y="591009"/>
                </a:cubicBezTo>
                <a:cubicBezTo>
                  <a:pt x="258587" y="591009"/>
                  <a:pt x="0" y="332422"/>
                  <a:pt x="0" y="13438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4" name="Freeform: Shape 13">
            <a:extLst>
              <a:ext uri="{FF2B5EF4-FFF2-40B4-BE49-F238E27FC236}">
                <a16:creationId xmlns:a16="http://schemas.microsoft.com/office/drawing/2014/main" id="{5566D6E1-03A1-4D73-A4E0-35D74D568A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971133" y="0"/>
            <a:ext cx="1303051" cy="719651"/>
          </a:xfrm>
          <a:custGeom>
            <a:avLst/>
            <a:gdLst>
              <a:gd name="connsiteX0" fmla="*/ 0 w 1737401"/>
              <a:gd name="connsiteY0" fmla="*/ 0 h 959536"/>
              <a:gd name="connsiteX1" fmla="*/ 123825 w 1737401"/>
              <a:gd name="connsiteY1" fmla="*/ 0 h 959536"/>
              <a:gd name="connsiteX2" fmla="*/ 123825 w 1737401"/>
              <a:gd name="connsiteY2" fmla="*/ 790277 h 959536"/>
              <a:gd name="connsiteX3" fmla="*/ 1490095 w 1737401"/>
              <a:gd name="connsiteY3" fmla="*/ 0 h 959536"/>
              <a:gd name="connsiteX4" fmla="*/ 1737401 w 1737401"/>
              <a:gd name="connsiteY4" fmla="*/ 0 h 959536"/>
              <a:gd name="connsiteX5" fmla="*/ 92869 w 1737401"/>
              <a:gd name="connsiteY5" fmla="*/ 951249 h 959536"/>
              <a:gd name="connsiteX6" fmla="*/ 61913 w 1737401"/>
              <a:gd name="connsiteY6" fmla="*/ 959536 h 959536"/>
              <a:gd name="connsiteX7" fmla="*/ 0 w 1737401"/>
              <a:gd name="connsiteY7" fmla="*/ 897624 h 95953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737401" h="959536">
                <a:moveTo>
                  <a:pt x="0" y="0"/>
                </a:moveTo>
                <a:lnTo>
                  <a:pt x="123825" y="0"/>
                </a:lnTo>
                <a:lnTo>
                  <a:pt x="123825" y="790277"/>
                </a:lnTo>
                <a:lnTo>
                  <a:pt x="1490095" y="0"/>
                </a:lnTo>
                <a:lnTo>
                  <a:pt x="1737401" y="0"/>
                </a:lnTo>
                <a:lnTo>
                  <a:pt x="92869" y="951249"/>
                </a:lnTo>
                <a:cubicBezTo>
                  <a:pt x="83458" y="956688"/>
                  <a:pt x="72780" y="959546"/>
                  <a:pt x="61913" y="959536"/>
                </a:cubicBezTo>
                <a:cubicBezTo>
                  <a:pt x="27719" y="959536"/>
                  <a:pt x="0" y="931818"/>
                  <a:pt x="0" y="897624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9F835A99-04AC-494A-A572-AFE8413CC93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02623"/>
            <a:ext cx="119805" cy="414747"/>
          </a:xfrm>
          <a:custGeom>
            <a:avLst/>
            <a:gdLst>
              <a:gd name="connsiteX0" fmla="*/ 159741 w 159741"/>
              <a:gd name="connsiteY0" fmla="*/ 0 h 552996"/>
              <a:gd name="connsiteX1" fmla="*/ 159741 w 159741"/>
              <a:gd name="connsiteY1" fmla="*/ 552996 h 552996"/>
              <a:gd name="connsiteX2" fmla="*/ 141849 w 159741"/>
              <a:gd name="connsiteY2" fmla="*/ 543285 h 552996"/>
              <a:gd name="connsiteX3" fmla="*/ 0 w 159741"/>
              <a:gd name="connsiteY3" fmla="*/ 276498 h 552996"/>
              <a:gd name="connsiteX4" fmla="*/ 141849 w 159741"/>
              <a:gd name="connsiteY4" fmla="*/ 9711 h 552996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59741" h="552996">
                <a:moveTo>
                  <a:pt x="159741" y="0"/>
                </a:moveTo>
                <a:lnTo>
                  <a:pt x="159741" y="552996"/>
                </a:lnTo>
                <a:lnTo>
                  <a:pt x="141849" y="543285"/>
                </a:lnTo>
                <a:cubicBezTo>
                  <a:pt x="56268" y="485467"/>
                  <a:pt x="0" y="387554"/>
                  <a:pt x="0" y="276498"/>
                </a:cubicBezTo>
                <a:cubicBezTo>
                  <a:pt x="0" y="165443"/>
                  <a:pt x="56268" y="67529"/>
                  <a:pt x="141849" y="9711"/>
                </a:cubicBezTo>
                <a:close/>
              </a:path>
            </a:pathLst>
          </a:custGeom>
          <a:solidFill>
            <a:schemeClr val="accent4"/>
          </a:solidFill>
          <a:ln w="127000"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4572000" y="1444170"/>
            <a:ext cx="3943349" cy="2838501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PACT Framework for North Spark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Android Frames and View Hierarchy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Android UI Components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RecyclerView Pattern for Deck List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Prototyping Interactions</a:t>
            </a:r>
          </a:p>
        </p:txBody>
      </p: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7B786209-1B0B-4CA9-9BDD-F7327066A8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4376736"/>
            <a:ext cx="1161135" cy="766764"/>
          </a:xfrm>
          <a:custGeom>
            <a:avLst/>
            <a:gdLst>
              <a:gd name="connsiteX0" fmla="*/ 61913 w 1548180"/>
              <a:gd name="connsiteY0" fmla="*/ 0 h 1022351"/>
              <a:gd name="connsiteX1" fmla="*/ 1548180 w 1548180"/>
              <a:gd name="connsiteY1" fmla="*/ 0 h 1022351"/>
              <a:gd name="connsiteX2" fmla="*/ 1548180 w 1548180"/>
              <a:gd name="connsiteY2" fmla="*/ 123825 h 1022351"/>
              <a:gd name="connsiteX3" fmla="*/ 123825 w 1548180"/>
              <a:gd name="connsiteY3" fmla="*/ 123825 h 1022351"/>
              <a:gd name="connsiteX4" fmla="*/ 123825 w 1548180"/>
              <a:gd name="connsiteY4" fmla="*/ 1022351 h 1022351"/>
              <a:gd name="connsiteX5" fmla="*/ 0 w 1548180"/>
              <a:gd name="connsiteY5" fmla="*/ 1022351 h 1022351"/>
              <a:gd name="connsiteX6" fmla="*/ 0 w 1548180"/>
              <a:gd name="connsiteY6" fmla="*/ 61913 h 1022351"/>
              <a:gd name="connsiteX7" fmla="*/ 61913 w 1548180"/>
              <a:gd name="connsiteY7" fmla="*/ 0 h 102235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1548180" h="1022351">
                <a:moveTo>
                  <a:pt x="61913" y="0"/>
                </a:moveTo>
                <a:lnTo>
                  <a:pt x="1548180" y="0"/>
                </a:lnTo>
                <a:lnTo>
                  <a:pt x="1548180" y="123825"/>
                </a:lnTo>
                <a:lnTo>
                  <a:pt x="123825" y="123825"/>
                </a:lnTo>
                <a:lnTo>
                  <a:pt x="123825" y="1022351"/>
                </a:lnTo>
                <a:lnTo>
                  <a:pt x="0" y="1022351"/>
                </a:ln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2D2964BB-484D-45AE-AD66-D407D062965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2563731" y="4288428"/>
            <a:ext cx="1328706" cy="855072"/>
          </a:xfrm>
          <a:custGeom>
            <a:avLst/>
            <a:gdLst>
              <a:gd name="connsiteX0" fmla="*/ 1561721 w 1771609"/>
              <a:gd name="connsiteY0" fmla="*/ 763041 h 1140095"/>
              <a:gd name="connsiteX1" fmla="*/ 1623024 w 1771609"/>
              <a:gd name="connsiteY1" fmla="*/ 792810 h 1140095"/>
              <a:gd name="connsiteX2" fmla="*/ 1711735 w 1771609"/>
              <a:gd name="connsiteY2" fmla="*/ 970132 h 1140095"/>
              <a:gd name="connsiteX3" fmla="*/ 1771609 w 1771609"/>
              <a:gd name="connsiteY3" fmla="*/ 1140095 h 1140095"/>
              <a:gd name="connsiteX4" fmla="*/ 1637225 w 1771609"/>
              <a:gd name="connsiteY4" fmla="*/ 1140095 h 1140095"/>
              <a:gd name="connsiteX5" fmla="*/ 1594820 w 1771609"/>
              <a:gd name="connsiteY5" fmla="*/ 1019711 h 1140095"/>
              <a:gd name="connsiteX6" fmla="*/ 1513200 w 1771609"/>
              <a:gd name="connsiteY6" fmla="*/ 856627 h 1140095"/>
              <a:gd name="connsiteX7" fmla="*/ 1538499 w 1771609"/>
              <a:gd name="connsiteY7" fmla="*/ 770415 h 1140095"/>
              <a:gd name="connsiteX8" fmla="*/ 1561721 w 1771609"/>
              <a:gd name="connsiteY8" fmla="*/ 763041 h 1140095"/>
              <a:gd name="connsiteX9" fmla="*/ 933455 w 1771609"/>
              <a:gd name="connsiteY9" fmla="*/ 161309 h 1140095"/>
              <a:gd name="connsiteX10" fmla="*/ 957797 w 1771609"/>
              <a:gd name="connsiteY10" fmla="*/ 167970 h 1140095"/>
              <a:gd name="connsiteX11" fmla="*/ 1286982 w 1771609"/>
              <a:gd name="connsiteY11" fmla="*/ 387616 h 1140095"/>
              <a:gd name="connsiteX12" fmla="*/ 1293725 w 1771609"/>
              <a:gd name="connsiteY12" fmla="*/ 477075 h 1140095"/>
              <a:gd name="connsiteX13" fmla="*/ 1245453 w 1771609"/>
              <a:gd name="connsiteY13" fmla="*/ 499154 h 1140095"/>
              <a:gd name="connsiteX14" fmla="*/ 1245167 w 1771609"/>
              <a:gd name="connsiteY14" fmla="*/ 499154 h 1140095"/>
              <a:gd name="connsiteX15" fmla="*/ 1203638 w 1771609"/>
              <a:gd name="connsiteY15" fmla="*/ 484104 h 1140095"/>
              <a:gd name="connsiteX16" fmla="*/ 900647 w 1771609"/>
              <a:gd name="connsiteY16" fmla="*/ 281508 h 1140095"/>
              <a:gd name="connsiteX17" fmla="*/ 872454 w 1771609"/>
              <a:gd name="connsiteY17" fmla="*/ 196164 h 1140095"/>
              <a:gd name="connsiteX18" fmla="*/ 933455 w 1771609"/>
              <a:gd name="connsiteY18" fmla="*/ 161309 h 1140095"/>
              <a:gd name="connsiteX19" fmla="*/ 256260 w 1771609"/>
              <a:gd name="connsiteY19" fmla="*/ 29 h 1140095"/>
              <a:gd name="connsiteX20" fmla="*/ 454020 w 1771609"/>
              <a:gd name="connsiteY20" fmla="*/ 13474 h 1140095"/>
              <a:gd name="connsiteX21" fmla="*/ 509236 w 1771609"/>
              <a:gd name="connsiteY21" fmla="*/ 84182 h 1140095"/>
              <a:gd name="connsiteX22" fmla="*/ 445829 w 1771609"/>
              <a:gd name="connsiteY22" fmla="*/ 139871 h 1140095"/>
              <a:gd name="connsiteX23" fmla="*/ 437447 w 1771609"/>
              <a:gd name="connsiteY23" fmla="*/ 139395 h 1140095"/>
              <a:gd name="connsiteX24" fmla="*/ 73211 w 1771609"/>
              <a:gd name="connsiteY24" fmla="*/ 137204 h 1140095"/>
              <a:gd name="connsiteX25" fmla="*/ 749 w 1771609"/>
              <a:gd name="connsiteY25" fmla="*/ 84082 h 1140095"/>
              <a:gd name="connsiteX26" fmla="*/ 53871 w 1771609"/>
              <a:gd name="connsiteY26" fmla="*/ 11621 h 1140095"/>
              <a:gd name="connsiteX27" fmla="*/ 58352 w 1771609"/>
              <a:gd name="connsiteY27" fmla="*/ 11093 h 1140095"/>
              <a:gd name="connsiteX28" fmla="*/ 256260 w 1771609"/>
              <a:gd name="connsiteY28" fmla="*/ 29 h 114009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  <a:cxn ang="0">
                <a:pos x="connsiteX12" y="connsiteY12"/>
              </a:cxn>
              <a:cxn ang="0">
                <a:pos x="connsiteX13" y="connsiteY13"/>
              </a:cxn>
              <a:cxn ang="0">
                <a:pos x="connsiteX14" y="connsiteY14"/>
              </a:cxn>
              <a:cxn ang="0">
                <a:pos x="connsiteX15" y="connsiteY15"/>
              </a:cxn>
              <a:cxn ang="0">
                <a:pos x="connsiteX16" y="connsiteY16"/>
              </a:cxn>
              <a:cxn ang="0">
                <a:pos x="connsiteX17" y="connsiteY17"/>
              </a:cxn>
              <a:cxn ang="0">
                <a:pos x="connsiteX18" y="connsiteY18"/>
              </a:cxn>
              <a:cxn ang="0">
                <a:pos x="connsiteX19" y="connsiteY19"/>
              </a:cxn>
              <a:cxn ang="0">
                <a:pos x="connsiteX20" y="connsiteY20"/>
              </a:cxn>
              <a:cxn ang="0">
                <a:pos x="connsiteX21" y="connsiteY21"/>
              </a:cxn>
              <a:cxn ang="0">
                <a:pos x="connsiteX22" y="connsiteY22"/>
              </a:cxn>
              <a:cxn ang="0">
                <a:pos x="connsiteX23" y="connsiteY23"/>
              </a:cxn>
              <a:cxn ang="0">
                <a:pos x="connsiteX24" y="connsiteY24"/>
              </a:cxn>
              <a:cxn ang="0">
                <a:pos x="connsiteX25" y="connsiteY25"/>
              </a:cxn>
              <a:cxn ang="0">
                <a:pos x="connsiteX26" y="connsiteY26"/>
              </a:cxn>
              <a:cxn ang="0">
                <a:pos x="connsiteX27" y="connsiteY27"/>
              </a:cxn>
              <a:cxn ang="0">
                <a:pos x="connsiteX28" y="connsiteY28"/>
              </a:cxn>
            </a:cxnLst>
            <a:rect l="l" t="t" r="r" b="b"/>
            <a:pathLst>
              <a:path w="1771609" h="1140095">
                <a:moveTo>
                  <a:pt x="1561721" y="763041"/>
                </a:moveTo>
                <a:cubicBezTo>
                  <a:pt x="1585506" y="760324"/>
                  <a:pt x="1609722" y="771249"/>
                  <a:pt x="1623024" y="792810"/>
                </a:cubicBezTo>
                <a:cubicBezTo>
                  <a:pt x="1656300" y="850065"/>
                  <a:pt x="1685920" y="909291"/>
                  <a:pt x="1711735" y="970132"/>
                </a:cubicBezTo>
                <a:lnTo>
                  <a:pt x="1771609" y="1140095"/>
                </a:lnTo>
                <a:lnTo>
                  <a:pt x="1637225" y="1140095"/>
                </a:lnTo>
                <a:lnTo>
                  <a:pt x="1594820" y="1019711"/>
                </a:lnTo>
                <a:cubicBezTo>
                  <a:pt x="1571072" y="963753"/>
                  <a:pt x="1543818" y="909282"/>
                  <a:pt x="1513200" y="856627"/>
                </a:cubicBezTo>
                <a:cubicBezTo>
                  <a:pt x="1496379" y="825834"/>
                  <a:pt x="1507704" y="787236"/>
                  <a:pt x="1538499" y="770415"/>
                </a:cubicBezTo>
                <a:cubicBezTo>
                  <a:pt x="1545912" y="766367"/>
                  <a:pt x="1553792" y="763946"/>
                  <a:pt x="1561721" y="763041"/>
                </a:cubicBezTo>
                <a:close/>
                <a:moveTo>
                  <a:pt x="933455" y="161309"/>
                </a:moveTo>
                <a:cubicBezTo>
                  <a:pt x="941693" y="161855"/>
                  <a:pt x="949959" y="164025"/>
                  <a:pt x="957797" y="167970"/>
                </a:cubicBezTo>
                <a:cubicBezTo>
                  <a:pt x="1076184" y="227289"/>
                  <a:pt x="1186759" y="301068"/>
                  <a:pt x="1286982" y="387616"/>
                </a:cubicBezTo>
                <a:cubicBezTo>
                  <a:pt x="1313547" y="410457"/>
                  <a:pt x="1316566" y="450510"/>
                  <a:pt x="1293725" y="477075"/>
                </a:cubicBezTo>
                <a:cubicBezTo>
                  <a:pt x="1281638" y="491137"/>
                  <a:pt x="1263998" y="499204"/>
                  <a:pt x="1245453" y="499154"/>
                </a:cubicBezTo>
                <a:lnTo>
                  <a:pt x="1245167" y="499154"/>
                </a:lnTo>
                <a:cubicBezTo>
                  <a:pt x="1229965" y="499301"/>
                  <a:pt x="1215220" y="493956"/>
                  <a:pt x="1203638" y="484104"/>
                </a:cubicBezTo>
                <a:cubicBezTo>
                  <a:pt x="1111407" y="404300"/>
                  <a:pt x="1009633" y="336248"/>
                  <a:pt x="900647" y="281508"/>
                </a:cubicBezTo>
                <a:cubicBezTo>
                  <a:pt x="869295" y="265726"/>
                  <a:pt x="856672" y="227516"/>
                  <a:pt x="872454" y="196164"/>
                </a:cubicBezTo>
                <a:cubicBezTo>
                  <a:pt x="884290" y="172650"/>
                  <a:pt x="908742" y="159670"/>
                  <a:pt x="933455" y="161309"/>
                </a:cubicBezTo>
                <a:close/>
                <a:moveTo>
                  <a:pt x="256260" y="29"/>
                </a:moveTo>
                <a:cubicBezTo>
                  <a:pt x="322331" y="427"/>
                  <a:pt x="388378" y="4909"/>
                  <a:pt x="454020" y="13474"/>
                </a:cubicBezTo>
                <a:cubicBezTo>
                  <a:pt x="488793" y="17752"/>
                  <a:pt x="513514" y="49409"/>
                  <a:pt x="509236" y="84182"/>
                </a:cubicBezTo>
                <a:cubicBezTo>
                  <a:pt x="505303" y="116151"/>
                  <a:pt x="478038" y="140098"/>
                  <a:pt x="445829" y="139871"/>
                </a:cubicBezTo>
                <a:cubicBezTo>
                  <a:pt x="443027" y="139899"/>
                  <a:pt x="440227" y="139740"/>
                  <a:pt x="437447" y="139395"/>
                </a:cubicBezTo>
                <a:cubicBezTo>
                  <a:pt x="316592" y="123615"/>
                  <a:pt x="194247" y="122878"/>
                  <a:pt x="73211" y="137204"/>
                </a:cubicBezTo>
                <a:cubicBezTo>
                  <a:pt x="38532" y="142545"/>
                  <a:pt x="6090" y="118762"/>
                  <a:pt x="749" y="84082"/>
                </a:cubicBezTo>
                <a:cubicBezTo>
                  <a:pt x="-4591" y="49403"/>
                  <a:pt x="19192" y="16961"/>
                  <a:pt x="53871" y="11621"/>
                </a:cubicBezTo>
                <a:cubicBezTo>
                  <a:pt x="55358" y="11392"/>
                  <a:pt x="56852" y="11216"/>
                  <a:pt x="58352" y="11093"/>
                </a:cubicBezTo>
                <a:cubicBezTo>
                  <a:pt x="124093" y="3319"/>
                  <a:pt x="190189" y="-369"/>
                  <a:pt x="256260" y="29"/>
                </a:cubicBezTo>
                <a:close/>
              </a:path>
            </a:pathLst>
          </a:custGeom>
          <a:solidFill>
            <a:schemeClr val="accent4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Freeform: Shape 21">
            <a:extLst>
              <a:ext uri="{FF2B5EF4-FFF2-40B4-BE49-F238E27FC236}">
                <a16:creationId xmlns:a16="http://schemas.microsoft.com/office/drawing/2014/main" id="{6691AC69-A76E-4DAB-B565-468B6B87ACF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3099729" y="4694066"/>
            <a:ext cx="1174455" cy="449434"/>
          </a:xfrm>
          <a:custGeom>
            <a:avLst/>
            <a:gdLst>
              <a:gd name="connsiteX0" fmla="*/ 782970 w 1565940"/>
              <a:gd name="connsiteY0" fmla="*/ 0 h 599245"/>
              <a:gd name="connsiteX1" fmla="*/ 1528042 w 1565940"/>
              <a:gd name="connsiteY1" fmla="*/ 480469 h 599245"/>
              <a:gd name="connsiteX2" fmla="*/ 1565940 w 1565940"/>
              <a:gd name="connsiteY2" fmla="*/ 599245 h 599245"/>
              <a:gd name="connsiteX3" fmla="*/ 0 w 1565940"/>
              <a:gd name="connsiteY3" fmla="*/ 599245 h 599245"/>
              <a:gd name="connsiteX4" fmla="*/ 37898 w 1565940"/>
              <a:gd name="connsiteY4" fmla="*/ 480469 h 599245"/>
              <a:gd name="connsiteX5" fmla="*/ 782970 w 1565940"/>
              <a:gd name="connsiteY5" fmla="*/ 0 h 59924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</a:cxnLst>
            <a:rect l="l" t="t" r="r" b="b"/>
            <a:pathLst>
              <a:path w="1565940" h="599245">
                <a:moveTo>
                  <a:pt x="782970" y="0"/>
                </a:moveTo>
                <a:cubicBezTo>
                  <a:pt x="1117910" y="0"/>
                  <a:pt x="1405287" y="198118"/>
                  <a:pt x="1528042" y="480469"/>
                </a:cubicBezTo>
                <a:lnTo>
                  <a:pt x="1565940" y="599245"/>
                </a:lnTo>
                <a:lnTo>
                  <a:pt x="0" y="599245"/>
                </a:lnTo>
                <a:lnTo>
                  <a:pt x="37898" y="480469"/>
                </a:lnTo>
                <a:cubicBezTo>
                  <a:pt x="160653" y="198118"/>
                  <a:pt x="448030" y="0"/>
                  <a:pt x="782970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9BFDE87-19C4-3243-0318-575E2812E5B6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EC2DF614-2616-5174-3F30-10E859A52AD2}"/>
              </a:ext>
            </a:extLst>
          </p:cNvPr>
          <p:cNvSpPr/>
          <p:nvPr/>
        </p:nvSpPr>
        <p:spPr>
          <a:xfrm>
            <a:off x="628650" y="273843"/>
            <a:ext cx="4168866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What is North Spark?</a:t>
            </a: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41645FC5-6317-110E-1399-753C11E57FCE}"/>
              </a:ext>
            </a:extLst>
          </p:cNvPr>
          <p:cNvSpPr/>
          <p:nvPr/>
        </p:nvSpPr>
        <p:spPr>
          <a:xfrm>
            <a:off x="628650" y="1109817"/>
            <a:ext cx="4168866" cy="133538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dirty="0"/>
              <a:t>A mobile app where kids on the autism spectrum (ages 4-16) create interest-based flashcard decks to build cognitive, emotional, and social skills.</a:t>
            </a:r>
          </a:p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endParaRPr lang="en-US" dirty="0"/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0">
            <a:extLst>
              <a:ext uri="{FF2B5EF4-FFF2-40B4-BE49-F238E27FC236}">
                <a16:creationId xmlns:a16="http://schemas.microsoft.com/office/drawing/2014/main" id="{3A1151F7-0E46-80AE-05CE-8DEDBB277C1A}"/>
              </a:ext>
            </a:extLst>
          </p:cNvPr>
          <p:cNvSpPr/>
          <p:nvPr/>
        </p:nvSpPr>
        <p:spPr>
          <a:xfrm>
            <a:off x="697742" y="2312349"/>
            <a:ext cx="4106154" cy="114285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41150B6A-F3EE-027D-BBF8-BE5A1B12AF52}"/>
              </a:ext>
            </a:extLst>
          </p:cNvPr>
          <p:cNvSpPr/>
          <p:nvPr/>
        </p:nvSpPr>
        <p:spPr>
          <a:xfrm>
            <a:off x="697742" y="3455200"/>
            <a:ext cx="4106154" cy="114285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none" lIns="0" tIns="0" rIns="0" bIns="0" rtlCol="0" anchor="ctr">
            <a:normAutofit/>
          </a:bodyPr>
          <a:lstStyle/>
          <a:p>
            <a:pPr marL="0" indent="0">
              <a:buNone/>
            </a:pPr>
            <a:endParaRPr lang="en-US" dirty="0"/>
          </a:p>
        </p:txBody>
      </p:sp>
      <p:sp>
        <p:nvSpPr>
          <p:cNvPr id="6" name="Text 4">
            <a:extLst>
              <a:ext uri="{FF2B5EF4-FFF2-40B4-BE49-F238E27FC236}">
                <a16:creationId xmlns:a16="http://schemas.microsoft.com/office/drawing/2014/main" id="{D153AA2A-2551-5D77-8528-05D409A308E6}"/>
              </a:ext>
            </a:extLst>
          </p:cNvPr>
          <p:cNvSpPr/>
          <p:nvPr/>
        </p:nvSpPr>
        <p:spPr>
          <a:xfrm>
            <a:off x="926342" y="2540949"/>
            <a:ext cx="3871174" cy="319980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Child Interface</a:t>
            </a:r>
            <a:endParaRPr lang="en-US" sz="2100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709D5CDD-47E4-CAF5-7653-0E2386C25322}"/>
              </a:ext>
            </a:extLst>
          </p:cNvPr>
          <p:cNvSpPr/>
          <p:nvPr/>
        </p:nvSpPr>
        <p:spPr>
          <a:xfrm>
            <a:off x="926342" y="3013329"/>
            <a:ext cx="3877554" cy="213271"/>
          </a:xfrm>
          <a:prstGeom prst="rect">
            <a:avLst/>
          </a:prstGeom>
          <a:solidFill>
            <a:schemeClr val="accent6">
              <a:lumMod val="40000"/>
              <a:lumOff val="6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chemeClr val="bg2">
                    <a:lumMod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Simple flashcard creator with 3-7 card bursts</a:t>
            </a:r>
            <a:endParaRPr lang="en-US" sz="1200" dirty="0">
              <a:solidFill>
                <a:schemeClr val="bg2">
                  <a:lumMod val="50000"/>
                </a:schemeClr>
              </a:solidFill>
            </a:endParaRPr>
          </a:p>
        </p:txBody>
      </p:sp>
      <p:sp>
        <p:nvSpPr>
          <p:cNvPr id="9" name="Text 6">
            <a:extLst>
              <a:ext uri="{FF2B5EF4-FFF2-40B4-BE49-F238E27FC236}">
                <a16:creationId xmlns:a16="http://schemas.microsoft.com/office/drawing/2014/main" id="{DC78CE5C-3AF9-5DE8-22E8-BE02B653564C}"/>
              </a:ext>
            </a:extLst>
          </p:cNvPr>
          <p:cNvSpPr/>
          <p:nvPr/>
        </p:nvSpPr>
        <p:spPr>
          <a:xfrm>
            <a:off x="926342" y="3683800"/>
            <a:ext cx="3877554" cy="319980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2100" b="1" dirty="0">
                <a:latin typeface="Arial" pitchFamily="34" charset="0"/>
                <a:ea typeface="Arial" pitchFamily="34" charset="-122"/>
                <a:cs typeface="Arial" pitchFamily="34" charset="-120"/>
              </a:rPr>
              <a:t>Adult Dashboard</a:t>
            </a:r>
            <a:endParaRPr lang="en-US" sz="2100" dirty="0"/>
          </a:p>
        </p:txBody>
      </p:sp>
      <p:sp>
        <p:nvSpPr>
          <p:cNvPr id="11" name="Text 7">
            <a:extLst>
              <a:ext uri="{FF2B5EF4-FFF2-40B4-BE49-F238E27FC236}">
                <a16:creationId xmlns:a16="http://schemas.microsoft.com/office/drawing/2014/main" id="{E9A68418-E878-D4F0-BD9C-C236331889C9}"/>
              </a:ext>
            </a:extLst>
          </p:cNvPr>
          <p:cNvSpPr/>
          <p:nvPr/>
        </p:nvSpPr>
        <p:spPr>
          <a:xfrm>
            <a:off x="926342" y="4156180"/>
            <a:ext cx="3877554" cy="213271"/>
          </a:xfrm>
          <a:prstGeom prst="rect">
            <a:avLst/>
          </a:prstGeom>
          <a:solidFill>
            <a:schemeClr val="accent3">
              <a:lumMod val="20000"/>
              <a:lumOff val="80000"/>
            </a:schemeClr>
          </a:solidFill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buNone/>
            </a:pPr>
            <a:r>
              <a:rPr lang="en-US" sz="1200" dirty="0">
                <a:solidFill>
                  <a:schemeClr val="tx1">
                    <a:lumMod val="50000"/>
                    <a:lumOff val="50000"/>
                  </a:schemeClr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Analytics and progress tracking for parents</a:t>
            </a:r>
            <a:endParaRPr lang="en-US" sz="1200" dirty="0">
              <a:solidFill>
                <a:schemeClr val="tx1">
                  <a:lumMod val="50000"/>
                  <a:lumOff val="50000"/>
                </a:schemeClr>
              </a:solidFill>
            </a:endParaRPr>
          </a:p>
        </p:txBody>
      </p:sp>
      <p:sp>
        <p:nvSpPr>
          <p:cNvPr id="13" name="Text 8">
            <a:extLst>
              <a:ext uri="{FF2B5EF4-FFF2-40B4-BE49-F238E27FC236}">
                <a16:creationId xmlns:a16="http://schemas.microsoft.com/office/drawing/2014/main" id="{9FD836E3-FF28-1FD1-3324-F08274E32B36}"/>
              </a:ext>
            </a:extLst>
          </p:cNvPr>
          <p:cNvSpPr/>
          <p:nvPr/>
        </p:nvSpPr>
        <p:spPr>
          <a:xfrm>
            <a:off x="710182" y="4718256"/>
            <a:ext cx="8083296" cy="18663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470"/>
              </a:lnSpc>
              <a:buNone/>
            </a:pPr>
            <a:r>
              <a:rPr lang="en-US" sz="10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Focus today: Child interface only</a:t>
            </a:r>
            <a:endParaRPr lang="en-US" sz="1050" dirty="0"/>
          </a:p>
        </p:txBody>
      </p:sp>
    </p:spTree>
    <p:extLst>
      <p:ext uri="{BB962C8B-B14F-4D97-AF65-F5344CB8AC3E}">
        <p14:creationId xmlns:p14="http://schemas.microsoft.com/office/powerpoint/2010/main" val="159194559"/>
      </p:ext>
    </p:extLst>
  </p:cSld>
  <p:clrMapOvr>
    <a:masterClrMapping/>
  </p:clrMapOvr>
</p:sld>
</file>

<file path=ppt/slides/slide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BB80D2E-9017-C678-2291-1E716E7E7AB3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081EA652-8C6A-4E69-BEB9-17080947455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Right Triangle 9">
            <a:extLst>
              <a:ext uri="{FF2B5EF4-FFF2-40B4-BE49-F238E27FC236}">
                <a16:creationId xmlns:a16="http://schemas.microsoft.com/office/drawing/2014/main" id="{5298780A-33B9-4EA2-8F67-DE68AD62841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6432540" y="2501900"/>
            <a:ext cx="2468880" cy="2400300"/>
          </a:xfrm>
          <a:prstGeom prst="rtTriangl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2" name="Rectangle 11">
            <a:extLst>
              <a:ext uri="{FF2B5EF4-FFF2-40B4-BE49-F238E27FC236}">
                <a16:creationId xmlns:a16="http://schemas.microsoft.com/office/drawing/2014/main" id="{7F488E8B-4E1E-4402-8935-D4E6C02615C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481330" y="467456"/>
            <a:ext cx="8178790" cy="4205911"/>
          </a:xfrm>
          <a:prstGeom prst="rect">
            <a:avLst/>
          </a:prstGeom>
          <a:noFill/>
          <a:ln w="19050">
            <a:solidFill>
              <a:schemeClr val="tx1">
                <a:lumMod val="75000"/>
                <a:lumOff val="25000"/>
              </a:schemeClr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CC03AEC3-41A3-0233-849C-5CBEE6996763}"/>
              </a:ext>
            </a:extLst>
          </p:cNvPr>
          <p:cNvSpPr/>
          <p:nvPr/>
        </p:nvSpPr>
        <p:spPr>
          <a:xfrm>
            <a:off x="963930" y="787946"/>
            <a:ext cx="6056111" cy="1213867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PACT Framework:</a:t>
            </a:r>
            <a:endParaRPr lang="en-US" sz="4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E6C76C8-A4E0-ED29-FB80-24D594C00CF7}"/>
              </a:ext>
            </a:extLst>
          </p:cNvPr>
          <p:cNvSpPr/>
          <p:nvPr/>
        </p:nvSpPr>
        <p:spPr>
          <a:xfrm>
            <a:off x="963930" y="2227101"/>
            <a:ext cx="6056111" cy="2100297"/>
          </a:xfrm>
          <a:prstGeom prst="rect">
            <a:avLst/>
          </a:prstGeom>
        </p:spPr>
        <p:txBody>
          <a:bodyPr vert="horz" lIns="91440" tIns="45720" rIns="91440" bIns="45720" rtlCol="0" anchor="t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People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Activities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Context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Technologies</a:t>
            </a:r>
          </a:p>
        </p:txBody>
      </p:sp>
    </p:spTree>
    <p:extLst>
      <p:ext uri="{BB962C8B-B14F-4D97-AF65-F5344CB8AC3E}">
        <p14:creationId xmlns:p14="http://schemas.microsoft.com/office/powerpoint/2010/main" val="2079815602"/>
      </p:ext>
    </p:extLst>
  </p:cSld>
  <p:clrMapOvr>
    <a:masterClrMapping/>
  </p:clrMapOvr>
</p:sld>
</file>

<file path=ppt/slides/slide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B577FBDE-B41F-6564-31C1-9FD94E718C8A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33" name="Rectangle 32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5" name="Freeform: Shape 34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A84AD7BC-471D-9C1C-CCFB-6A345015ACE8}"/>
              </a:ext>
            </a:extLst>
          </p:cNvPr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PACT Framework: People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7" name="Arc 36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128E5143-F559-FEA8-258B-209B815A540D}"/>
              </a:ext>
            </a:extLst>
          </p:cNvPr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Autistic children ages 4-16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Attention spans: 3-7 minutes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Visual learners with strong special interests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Varied communication styles and sensory needs</a:t>
            </a:r>
          </a:p>
        </p:txBody>
      </p:sp>
    </p:spTree>
    <p:extLst>
      <p:ext uri="{BB962C8B-B14F-4D97-AF65-F5344CB8AC3E}">
        <p14:creationId xmlns:p14="http://schemas.microsoft.com/office/powerpoint/2010/main" val="2056521136"/>
      </p:ext>
    </p:extLst>
  </p:cSld>
  <p:clrMapOvr>
    <a:masterClrMapping/>
  </p:clrMapOvr>
</p:sld>
</file>

<file path=ppt/slides/slide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70A33E2E-0F1F-4C58-7ACD-14A207F4E0F4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06BAF9E-D781-11FE-12C0-2B1FF2709308}"/>
              </a:ext>
            </a:extLst>
          </p:cNvPr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PACT Framework: Activities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F76FE462-8D11-ABDD-98F4-7A6E771A1AEB}"/>
              </a:ext>
            </a:extLst>
          </p:cNvPr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Browse deck library and choose what to play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Play short decks (3-7 flashcards)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Respond to prompts about feelings and social situations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View visual progress (streaks, completion)</a:t>
            </a:r>
          </a:p>
        </p:txBody>
      </p:sp>
    </p:spTree>
    <p:extLst>
      <p:ext uri="{BB962C8B-B14F-4D97-AF65-F5344CB8AC3E}">
        <p14:creationId xmlns:p14="http://schemas.microsoft.com/office/powerpoint/2010/main" val="2825562334"/>
      </p:ext>
    </p:extLst>
  </p:cSld>
  <p:clrMapOvr>
    <a:masterClrMapping/>
  </p:clrMapOvr>
</p:sld>
</file>

<file path=ppt/slides/slide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PACT Framework: Context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Used at home or in therapy sessions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Often after school when tired or overstimulated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Escape behaviors triggered by overwhelming tasks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Need for stress-reducing design choices</a:t>
            </a:r>
          </a:p>
        </p:txBody>
      </p:sp>
    </p:spTree>
  </p:cSld>
  <p:clrMapOvr>
    <a:masterClrMapping/>
  </p:clrMapOvr>
</p:sld>
</file>

<file path=ppt/slides/slide9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1BB867FF-FC45-48F7-8104-F89BE54909F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8BB56887-D0D5-4F0C-9E19-7247EB83C8B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7886700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PACT Framework: Technologies</a:t>
            </a:r>
            <a:endParaRPr lang="en-US" sz="44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2" name="Arc 11">
            <a:extLst>
              <a:ext uri="{FF2B5EF4-FFF2-40B4-BE49-F238E27FC236}">
                <a16:creationId xmlns:a16="http://schemas.microsoft.com/office/drawing/2014/main" id="{081E4A58-353D-44AE-B2FC-2A74E2E400F7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5400000" flipV="1">
            <a:off x="416783" y="1637417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3" name="Text 1"/>
          <p:cNvSpPr/>
          <p:nvPr/>
        </p:nvSpPr>
        <p:spPr>
          <a:xfrm>
            <a:off x="628650" y="1369218"/>
            <a:ext cx="7886700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Mobile-first Android app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Adaptive flashcard database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AI-driven content recommendations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Analytics dashboard for discrete-trial data</a:t>
            </a:r>
          </a:p>
        </p:txBody>
      </p:sp>
    </p:spTree>
  </p:cSld>
  <p:clrMapOvr>
    <a:masterClrMapping/>
  </p:clrMapOvr>
</p:sld>
</file>

<file path=ppt/slides/slide10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8" name="Rectangle 7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628650" y="273843"/>
            <a:ext cx="4168866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Translating PACT into Design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0" name="Freeform: Shape 9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1"/>
          <p:cNvSpPr/>
          <p:nvPr/>
        </p:nvSpPr>
        <p:spPr>
          <a:xfrm>
            <a:off x="628650" y="1369218"/>
            <a:ext cx="4168866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Short, linear flows (no deep navigation)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Low-clutter screens with high contrast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Large buttons and touch targets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/>
              <a:t>Always-visible Break option</a:t>
            </a:r>
          </a:p>
        </p:txBody>
      </p:sp>
      <p:sp>
        <p:nvSpPr>
          <p:cNvPr id="12" name="Oval 11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</p:cSld>
  <p:clrMapOvr>
    <a:masterClrMapping/>
  </p:clrMapOvr>
</p:sld>
</file>

<file path=ppt/slides/slide11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340B55DA-C6D5-506B-1F56-5C75BC7D3398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D278ADA9-6383-4BDD-80D2-8899A402687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484B7147-B0F6-40ED-B5A2-FF72BC8198B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Rectangle 10">
            <a:extLst>
              <a:ext uri="{FF2B5EF4-FFF2-40B4-BE49-F238E27FC236}">
                <a16:creationId xmlns:a16="http://schemas.microsoft.com/office/drawing/2014/main" id="{B36D2DE0-0628-4A9A-A59D-7BA8B5EB302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noFill/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48E405C9-94BE-41DA-928C-DEC9A8550E9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111946" y="111696"/>
            <a:ext cx="4920107" cy="4920107"/>
          </a:xfrm>
          <a:prstGeom prst="ellipse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bg1"/>
              </a:solidFill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43C7F0D-0765-5F0F-5103-67D5F8B937D1}"/>
              </a:ext>
            </a:extLst>
          </p:cNvPr>
          <p:cNvSpPr/>
          <p:nvPr/>
        </p:nvSpPr>
        <p:spPr>
          <a:xfrm>
            <a:off x="2486273" y="1035565"/>
            <a:ext cx="4171453" cy="1885137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ct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Figma Demo</a:t>
            </a:r>
            <a:endParaRPr lang="en-US" sz="60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D2091A72-D5BB-42AC-8FD3-F7747D90861E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9222429" flipV="1">
            <a:off x="1870589" y="4627"/>
            <a:ext cx="5112196" cy="5112197"/>
          </a:xfrm>
          <a:prstGeom prst="arc">
            <a:avLst>
              <a:gd name="adj1" fmla="val 16200000"/>
              <a:gd name="adj2" fmla="val 20093138"/>
            </a:avLst>
          </a:prstGeom>
          <a:ln w="127000" cap="rnd">
            <a:solidFill>
              <a:schemeClr val="accent4">
                <a:alpha val="95000"/>
              </a:schemeClr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7" name="Oval 16">
            <a:extLst>
              <a:ext uri="{FF2B5EF4-FFF2-40B4-BE49-F238E27FC236}">
                <a16:creationId xmlns:a16="http://schemas.microsoft.com/office/drawing/2014/main" id="{6ED12BFC-A737-46AF-8411-481112D54B0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6150746" y="3983229"/>
            <a:ext cx="529461" cy="515099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3" name="Text 2">
            <a:extLst>
              <a:ext uri="{FF2B5EF4-FFF2-40B4-BE49-F238E27FC236}">
                <a16:creationId xmlns:a16="http://schemas.microsoft.com/office/drawing/2014/main" id="{AFE2B173-A1BD-4673-AF9F-5CB376322886}"/>
              </a:ext>
            </a:extLst>
          </p:cNvPr>
          <p:cNvSpPr/>
          <p:nvPr/>
        </p:nvSpPr>
        <p:spPr>
          <a:xfrm>
            <a:off x="3313973" y="3032398"/>
            <a:ext cx="2516051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1890"/>
              </a:lnSpc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Demonstrating: Frames, Views, UI Components, RecyclerView, Prototyping</a:t>
            </a:r>
            <a:endParaRPr lang="en-US" sz="1350" dirty="0"/>
          </a:p>
        </p:txBody>
      </p:sp>
    </p:spTree>
    <p:extLst>
      <p:ext uri="{BB962C8B-B14F-4D97-AF65-F5344CB8AC3E}">
        <p14:creationId xmlns:p14="http://schemas.microsoft.com/office/powerpoint/2010/main" val="4036699828"/>
      </p:ext>
    </p:extLst>
  </p:cSld>
  <p:clrMapOvr>
    <a:masterClrMapping/>
  </p:clrMapOvr>
</p:sld>
</file>

<file path=ppt/slides/slide12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5CAF858C-077E-A0CC-5C84-AAB7E114E86C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7" name="Rectangle 6">
            <a:extLst>
              <a:ext uri="{FF2B5EF4-FFF2-40B4-BE49-F238E27FC236}">
                <a16:creationId xmlns:a16="http://schemas.microsoft.com/office/drawing/2014/main" id="{9AFC454B-A080-4D23-B177-6D5356C6E6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D0522C2C-7B5C-48A7-A969-03941E5D2E7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-7070"/>
            <a:ext cx="9144000" cy="5143499"/>
          </a:xfrm>
          <a:prstGeom prst="rect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077107" y="165147"/>
            <a:ext cx="7066893" cy="4978354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D6EE29F2-D77F-4BD0-A20B-334D316A1C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318521" y="2501089"/>
            <a:ext cx="1456681" cy="1417163"/>
          </a:xfrm>
          <a:prstGeom prst="ellipse">
            <a:avLst/>
          </a:pr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15" name="Arc 14">
            <a:extLst>
              <a:ext uri="{FF2B5EF4-FFF2-40B4-BE49-F238E27FC236}">
                <a16:creationId xmlns:a16="http://schemas.microsoft.com/office/drawing/2014/main" id="{22D09ED2-868F-42C6-866E-F92E0CEF314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520172">
            <a:off x="1105859" y="822311"/>
            <a:ext cx="2240924" cy="2240924"/>
          </a:xfrm>
          <a:prstGeom prst="arc">
            <a:avLst>
              <a:gd name="adj1" fmla="val 14455503"/>
              <a:gd name="adj2" fmla="val 227775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8390C244-E4B8-F0CA-30CB-F4C62F51BE4F}"/>
              </a:ext>
            </a:extLst>
          </p:cNvPr>
          <p:cNvSpPr/>
          <p:nvPr/>
        </p:nvSpPr>
        <p:spPr>
          <a:xfrm>
            <a:off x="2833007" y="892629"/>
            <a:ext cx="5733470" cy="774482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Android View Hierarchy</a:t>
            </a:r>
            <a:endParaRPr lang="en-US" sz="3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graphicFrame>
        <p:nvGraphicFramePr>
          <p:cNvPr id="8" name="Diagram 7">
            <a:extLst>
              <a:ext uri="{FF2B5EF4-FFF2-40B4-BE49-F238E27FC236}">
                <a16:creationId xmlns:a16="http://schemas.microsoft.com/office/drawing/2014/main" id="{7D91DB6C-C859-151E-68B6-B1E782195244}"/>
              </a:ext>
            </a:extLst>
          </p:cNvPr>
          <p:cNvGraphicFramePr/>
          <p:nvPr>
            <p:extLst>
              <p:ext uri="{D42A27DB-BD31-4B8C-83A1-F6EECF244321}">
                <p14:modId xmlns:p14="http://schemas.microsoft.com/office/powerpoint/2010/main" val="1468980101"/>
              </p:ext>
            </p:extLst>
          </p:nvPr>
        </p:nvGraphicFramePr>
        <p:xfrm>
          <a:off x="3533788" y="1842957"/>
          <a:ext cx="5337414" cy="2932681"/>
        </p:xfrm>
        <a:graphic>
          <a:graphicData uri="http://schemas.openxmlformats.org/drawingml/2006/diagram">
            <dgm:relIds xmlns:dgm="http://schemas.openxmlformats.org/drawingml/2006/diagram" xmlns:r="http://schemas.openxmlformats.org/officeDocument/2006/relationships" r:dm="rId3" r:lo="rId4" r:qs="rId5" r:cs="rId6"/>
          </a:graphicData>
        </a:graphic>
      </p:graphicFrame>
    </p:spTree>
    <p:extLst>
      <p:ext uri="{BB962C8B-B14F-4D97-AF65-F5344CB8AC3E}">
        <p14:creationId xmlns:p14="http://schemas.microsoft.com/office/powerpoint/2010/main" val="3386852985"/>
      </p:ext>
    </p:extLst>
  </p:cSld>
  <p:clrMapOvr>
    <a:masterClrMapping/>
  </p:clrMapOvr>
</p:sld>
</file>

<file path=ppt/slides/slide13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004A8AE1-9605-41DC-920F-A4B8E8F239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1" name="Arc 10">
            <a:extLst>
              <a:ext uri="{FF2B5EF4-FFF2-40B4-BE49-F238E27FC236}">
                <a16:creationId xmlns:a16="http://schemas.microsoft.com/office/drawing/2014/main" id="{5B7778FC-632E-4DCA-A7CB-0D7731CCF970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790889" flipH="1">
            <a:off x="536887" y="596529"/>
            <a:ext cx="2240924" cy="2240924"/>
          </a:xfrm>
          <a:prstGeom prst="arc">
            <a:avLst>
              <a:gd name="adj1" fmla="val 15817365"/>
              <a:gd name="adj2" fmla="val 1781380"/>
            </a:avLst>
          </a:prstGeom>
          <a:ln w="127000" cap="rnd">
            <a:solidFill>
              <a:schemeClr val="accent4"/>
            </a:solidFill>
            <a:prstDash val="dash"/>
            <a:miter lim="800000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000000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628650" y="1096020"/>
            <a:ext cx="4152297" cy="2951460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Status bar: 24dp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App bar: 56dp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FAB: 56×56dp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Minimum touch target: 48dp</a:t>
            </a:r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B10BB131-AC8E-4A8E-A5D1-36260F720C3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094297" y="839273"/>
            <a:ext cx="3464953" cy="3464953"/>
          </a:xfrm>
          <a:prstGeom prst="ellipse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5" name="Oval 14">
            <a:extLst>
              <a:ext uri="{FF2B5EF4-FFF2-40B4-BE49-F238E27FC236}">
                <a16:creationId xmlns:a16="http://schemas.microsoft.com/office/drawing/2014/main" id="{FA23A907-97FB-4A8F-880A-DD77401C429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888095" y="3553284"/>
            <a:ext cx="409575" cy="409575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5605710" y="1047514"/>
            <a:ext cx="2430380" cy="3048471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4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Material Design Standards</a:t>
            </a:r>
            <a:endParaRPr lang="en-US" sz="44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580292" y="2600664"/>
            <a:ext cx="3403600" cy="23991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890"/>
              </a:lnSpc>
              <a:spcAft>
                <a:spcPts val="600"/>
              </a:spcAft>
              <a:buNone/>
            </a:pPr>
            <a:r>
              <a:rPr lang="en-US" sz="1350" dirty="0">
                <a:solidFill>
                  <a:srgbClr val="94A3B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These aren't arbitrary—they're based on accessibility research</a:t>
            </a:r>
            <a:endParaRPr lang="en-US" sz="135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5BDE714D-4D4F-F037-1CA1-EDB546A6F17D}"/>
              </a:ext>
            </a:extLst>
          </p:cNvPr>
          <p:cNvSpPr/>
          <p:nvPr/>
        </p:nvSpPr>
        <p:spPr>
          <a:xfrm>
            <a:off x="580293" y="4154995"/>
            <a:ext cx="2189802" cy="647227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114300">
              <a:lnSpc>
                <a:spcPct val="90000"/>
              </a:lnSpc>
              <a:spcAft>
                <a:spcPts val="600"/>
              </a:spcAft>
              <a:buSzPct val="100000"/>
            </a:pPr>
            <a:r>
              <a:rPr lang="en-US" dirty="0"/>
              <a:t>Day 5 Streak  </a:t>
            </a:r>
          </a:p>
        </p:txBody>
      </p:sp>
      <p:pic>
        <p:nvPicPr>
          <p:cNvPr id="8" name="Graphic 7" descr="Fire with solid fill">
            <a:extLst>
              <a:ext uri="{FF2B5EF4-FFF2-40B4-BE49-F238E27FC236}">
                <a16:creationId xmlns:a16="http://schemas.microsoft.com/office/drawing/2014/main" id="{6A35B553-1445-CDF6-8896-3AFEFCA3B444}"/>
              </a:ext>
            </a:extLst>
          </p:cNvPr>
          <p:cNvPicPr>
            <a:picLocks noChangeAspect="1"/>
          </p:cNvPicPr>
          <p:nvPr/>
        </p:nvPicPr>
        <p:blipFill>
          <a:blip r:embed="rId3">
            <a:extLst>
              <a:ext uri="{96DAC541-7B7A-43D3-8B79-37D633B846F1}">
                <asvg:svgBlip xmlns:asvg="http://schemas.microsoft.com/office/drawing/2016/SVG/main" r:embed="rId4"/>
              </a:ext>
            </a:extLst>
          </a:blip>
          <a:stretch>
            <a:fillRect/>
          </a:stretch>
        </p:blipFill>
        <p:spPr>
          <a:xfrm>
            <a:off x="2156732" y="4158904"/>
            <a:ext cx="499708" cy="499708"/>
          </a:xfrm>
          <a:prstGeom prst="rect">
            <a:avLst/>
          </a:prstGeom>
        </p:spPr>
      </p:pic>
    </p:spTree>
  </p:cSld>
  <p:clrMapOvr>
    <a:masterClrMapping/>
  </p:clrMapOvr>
</p:sld>
</file>

<file path=ppt/slides/slide14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1655E31D-6BEC-26A4-16B2-7B9B469994CB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5" name="Rectangle 14">
            <a:extLst>
              <a:ext uri="{FF2B5EF4-FFF2-40B4-BE49-F238E27FC236}">
                <a16:creationId xmlns:a16="http://schemas.microsoft.com/office/drawing/2014/main" id="{F837543A-6020-4505-A233-C9DB4BF7401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>
            <a:extLst>
              <a:ext uri="{FF2B5EF4-FFF2-40B4-BE49-F238E27FC236}">
                <a16:creationId xmlns:a16="http://schemas.microsoft.com/office/drawing/2014/main" id="{DDB1DDC6-0AC0-3C62-4FD2-3EB3D9D318CF}"/>
              </a:ext>
            </a:extLst>
          </p:cNvPr>
          <p:cNvSpPr/>
          <p:nvPr/>
        </p:nvSpPr>
        <p:spPr>
          <a:xfrm>
            <a:off x="628650" y="273843"/>
            <a:ext cx="4168866" cy="994173"/>
          </a:xfrm>
          <a:prstGeom prst="rect">
            <a:avLst/>
          </a:prstGeom>
        </p:spPr>
        <p:txBody>
          <a:bodyPr vert="horz" lIns="91440" tIns="45720" rIns="91440" bIns="45720" rtlCol="0" anchor="ctr">
            <a:normAutofit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3100" b="1" kern="1200">
                <a:solidFill>
                  <a:schemeClr val="tx1"/>
                </a:solidFill>
                <a:latin typeface="+mj-lt"/>
                <a:ea typeface="+mj-ea"/>
                <a:cs typeface="+mj-cs"/>
              </a:rPr>
              <a:t>North Spark Child Home Screen</a:t>
            </a:r>
            <a:endParaRPr lang="en-US" sz="3100" kern="120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35B16301-FB18-48BA-A6DD-C37CAF6F9A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3" name="Text 1">
            <a:extLst>
              <a:ext uri="{FF2B5EF4-FFF2-40B4-BE49-F238E27FC236}">
                <a16:creationId xmlns:a16="http://schemas.microsoft.com/office/drawing/2014/main" id="{ECD03B52-855E-47D8-B0AD-650B69F45C9E}"/>
              </a:ext>
            </a:extLst>
          </p:cNvPr>
          <p:cNvSpPr/>
          <p:nvPr/>
        </p:nvSpPr>
        <p:spPr>
          <a:xfrm>
            <a:off x="628650" y="1369218"/>
            <a:ext cx="4168866" cy="3263504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Status bar (24dp) - system info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App bar (56dp) - "My Decks" title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RecyclerView - scrollable deck list</a:t>
            </a:r>
          </a:p>
          <a:p>
            <a:pPr marL="342900" indent="-228600">
              <a:lnSpc>
                <a:spcPct val="90000"/>
              </a:lnSpc>
              <a:spcAft>
                <a:spcPts val="600"/>
              </a:spcAft>
              <a:buSzPct val="100000"/>
              <a:buFont typeface="Arial" panose="020B0604020202020204" pitchFamily="34" charset="0"/>
              <a:buChar char="•"/>
            </a:pPr>
            <a:r>
              <a:rPr lang="en-US" dirty="0"/>
              <a:t>Streak indicator - progress display</a:t>
            </a:r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C3C0D90E-074A-4F52-9B11-B52BEF4BCB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4" name="Block Arc 13">
            <a:extLst>
              <a:ext uri="{FF2B5EF4-FFF2-40B4-BE49-F238E27FC236}">
                <a16:creationId xmlns:a16="http://schemas.microsoft.com/office/drawing/2014/main" id="{CABBD4C1-E6F8-46F6-8152-A8A97490BF4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13898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6" name="Freeform: Shape 15">
            <a:extLst>
              <a:ext uri="{FF2B5EF4-FFF2-40B4-BE49-F238E27FC236}">
                <a16:creationId xmlns:a16="http://schemas.microsoft.com/office/drawing/2014/main" id="{83BA5EF5-1FE9-4BF9-83BB-269BCDDF615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8" name="Straight Connector 17">
            <a:extLst>
              <a:ext uri="{FF2B5EF4-FFF2-40B4-BE49-F238E27FC236}">
                <a16:creationId xmlns:a16="http://schemas.microsoft.com/office/drawing/2014/main" id="{4B3BCACB-5880-460B-9606-8C433A9AF99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88853921-7BC9-4BDE-ACAB-133C683C82D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2" name="Arc 21">
            <a:extLst>
              <a:ext uri="{FF2B5EF4-FFF2-40B4-BE49-F238E27FC236}">
                <a16:creationId xmlns:a16="http://schemas.microsoft.com/office/drawing/2014/main" id="{09192968-3AE7-4470-A61C-97294BB92731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3AB72E55-43E4-4356-BFE8-E2102CB0B50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1615242098"/>
      </p:ext>
    </p:extLst>
  </p:cSld>
  <p:clrMapOvr>
    <a:masterClrMapping/>
  </p:clrMapOvr>
</p:sld>
</file>

<file path=ppt/slides/slide15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>
          <a:extLst>
            <a:ext uri="{FF2B5EF4-FFF2-40B4-BE49-F238E27FC236}">
              <a16:creationId xmlns:a16="http://schemas.microsoft.com/office/drawing/2014/main" id="{6CF73F19-E74C-5E45-6248-B5EC53182555}"/>
            </a:ext>
          </a:extLst>
        </p:cNvPr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12" name="Rectangle 11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4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0375" y="815552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4" name="Text 2">
            <a:extLst>
              <a:ext uri="{FF2B5EF4-FFF2-40B4-BE49-F238E27FC236}">
                <a16:creationId xmlns:a16="http://schemas.microsoft.com/office/drawing/2014/main" id="{18F4328B-3DB1-AD9F-8D8A-CBE1CB2933FF}"/>
              </a:ext>
            </a:extLst>
          </p:cNvPr>
          <p:cNvSpPr/>
          <p:nvPr/>
        </p:nvSpPr>
        <p:spPr>
          <a:xfrm>
            <a:off x="4223194" y="1324978"/>
            <a:ext cx="4616126" cy="1094074"/>
          </a:xfrm>
          <a:prstGeom prst="rect">
            <a:avLst/>
          </a:prstGeom>
        </p:spPr>
        <p:txBody>
          <a:bodyPr vert="horz" lIns="91440" tIns="45720" rIns="91440" bIns="45720" rtlCol="0" anchor="b">
            <a:no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4000" b="1" kern="1200" dirty="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RecyclerView Pattern</a:t>
            </a:r>
            <a:endParaRPr lang="en-US" sz="4000" kern="1200" dirty="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5" name="Text 3">
            <a:extLst>
              <a:ext uri="{FF2B5EF4-FFF2-40B4-BE49-F238E27FC236}">
                <a16:creationId xmlns:a16="http://schemas.microsoft.com/office/drawing/2014/main" id="{E8242504-DD3B-86DC-57A5-08DE869E0599}"/>
              </a:ext>
            </a:extLst>
          </p:cNvPr>
          <p:cNvSpPr/>
          <p:nvPr/>
        </p:nvSpPr>
        <p:spPr>
          <a:xfrm>
            <a:off x="3908373" y="2402309"/>
            <a:ext cx="4942280" cy="997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Design ONE item layout, Android recycles it for many items</a:t>
            </a:r>
          </a:p>
        </p:txBody>
      </p:sp>
      <p:cxnSp>
        <p:nvCxnSpPr>
          <p:cNvPr id="16" name="Straight Connector 15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680" y="13794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8" name="Freeform: Shape 17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9261" y="0"/>
            <a:ext cx="1709806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20" name="Freeform: Shape 19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22" name="Oval 21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783" y="386173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4" name="Freeform: Shape 23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12305"/>
            <a:ext cx="889838" cy="1328737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6" name="Arc 25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154762" y="3152570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Text 5">
            <a:extLst>
              <a:ext uri="{FF2B5EF4-FFF2-40B4-BE49-F238E27FC236}">
                <a16:creationId xmlns:a16="http://schemas.microsoft.com/office/drawing/2014/main" id="{9DFC3C9F-31A2-EF76-6114-6C77CB3C908A}"/>
              </a:ext>
            </a:extLst>
          </p:cNvPr>
          <p:cNvSpPr/>
          <p:nvPr/>
        </p:nvSpPr>
        <p:spPr>
          <a:xfrm>
            <a:off x="4075386" y="4327948"/>
            <a:ext cx="4299687" cy="213271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1680"/>
              </a:lnSpc>
              <a:spcAft>
                <a:spcPts val="600"/>
              </a:spcAft>
              <a:buNone/>
            </a:pPr>
            <a:r>
              <a:rPr lang="en-US" dirty="0">
                <a:solidFill>
                  <a:schemeClr val="bg1"/>
                </a:solidFill>
                <a:ea typeface="Arial" pitchFamily="34" charset="-122"/>
                <a:cs typeface="Arial" pitchFamily="34" charset="-120"/>
              </a:rPr>
              <a:t>Create component, reuse instances</a:t>
            </a:r>
            <a:endParaRPr lang="en-US" dirty="0">
              <a:solidFill>
                <a:schemeClr val="bg1"/>
              </a:solidFill>
            </a:endParaRPr>
          </a:p>
        </p:txBody>
      </p:sp>
      <p:sp>
        <p:nvSpPr>
          <p:cNvPr id="2" name="Text 4">
            <a:extLst>
              <a:ext uri="{FF2B5EF4-FFF2-40B4-BE49-F238E27FC236}">
                <a16:creationId xmlns:a16="http://schemas.microsoft.com/office/drawing/2014/main" id="{446876BA-2558-2FC9-D5BF-E29D2101EA6C}"/>
              </a:ext>
            </a:extLst>
          </p:cNvPr>
          <p:cNvSpPr/>
          <p:nvPr/>
        </p:nvSpPr>
        <p:spPr>
          <a:xfrm>
            <a:off x="4075386" y="3855568"/>
            <a:ext cx="4299687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>
              <a:lnSpc>
                <a:spcPts val="2520"/>
              </a:lnSpc>
              <a:buNone/>
            </a:pPr>
            <a:r>
              <a:rPr lang="en-US" sz="3200" b="1" dirty="0">
                <a:solidFill>
                  <a:schemeClr val="bg1"/>
                </a:solidFill>
                <a:latin typeface="+mj-lt"/>
                <a:ea typeface="Arial" pitchFamily="34" charset="-122"/>
                <a:cs typeface="Arial" pitchFamily="34" charset="-120"/>
              </a:rPr>
              <a:t>In Figma</a:t>
            </a:r>
            <a:endParaRPr lang="en-US" sz="3200" dirty="0">
              <a:solidFill>
                <a:schemeClr val="bg1"/>
              </a:solidFill>
              <a:latin typeface="+mj-lt"/>
            </a:endParaRPr>
          </a:p>
        </p:txBody>
      </p:sp>
    </p:spTree>
    <p:extLst>
      <p:ext uri="{BB962C8B-B14F-4D97-AF65-F5344CB8AC3E}">
        <p14:creationId xmlns:p14="http://schemas.microsoft.com/office/powerpoint/2010/main" val="3815066959"/>
      </p:ext>
    </p:extLst>
  </p:cSld>
  <p:clrMapOvr>
    <a:masterClrMapping/>
  </p:clrMapOvr>
</p:sld>
</file>

<file path=ppt/slides/slide16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46F1F2C8-798B-4CCE-A851-94AFAF350B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2" name="Text 0"/>
          <p:cNvSpPr/>
          <p:nvPr/>
        </p:nvSpPr>
        <p:spPr>
          <a:xfrm>
            <a:off x="502590" y="636909"/>
            <a:ext cx="4069335" cy="1052670"/>
          </a:xfrm>
          <a:prstGeom prst="rect">
            <a:avLst/>
          </a:prstGeom>
        </p:spPr>
        <p:txBody>
          <a:bodyPr vert="horz" lIns="91440" tIns="45720" rIns="91440" bIns="45720" rtlCol="0" anchor="b">
            <a:normAutofit fontScale="77500" lnSpcReduction="20000"/>
          </a:bodyPr>
          <a:lstStyle/>
          <a:p>
            <a:pPr marL="0" indent="0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5600" b="1" kern="1200" dirty="0">
                <a:solidFill>
                  <a:schemeClr val="tx1"/>
                </a:solidFill>
                <a:latin typeface="+mj-lt"/>
                <a:ea typeface="+mj-ea"/>
                <a:cs typeface="+mj-cs"/>
              </a:rPr>
              <a:t>The Question Changed</a:t>
            </a:r>
            <a:endParaRPr lang="en-US" sz="5600" kern="1200" dirty="0">
              <a:solidFill>
                <a:schemeClr val="tx1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3" name="Text 1"/>
          <p:cNvSpPr/>
          <p:nvPr/>
        </p:nvSpPr>
        <p:spPr>
          <a:xfrm>
            <a:off x="456121" y="1860719"/>
            <a:ext cx="4069335" cy="1241822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>
              <a:lnSpc>
                <a:spcPct val="90000"/>
              </a:lnSpc>
              <a:spcBef>
                <a:spcPts val="1000"/>
              </a:spcBef>
            </a:pPr>
            <a:r>
              <a:rPr lang="en-US" sz="2400" strike="sngStrike" kern="1200" dirty="0">
                <a:solidFill>
                  <a:schemeClr val="tx1"/>
                </a:solidFill>
                <a:latin typeface="+mn-lt"/>
                <a:ea typeface="+mn-ea"/>
                <a:cs typeface="+mn-cs"/>
              </a:rPr>
              <a:t>"What would I like?"</a:t>
            </a:r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755E9CD0-04B0-4A3C-B291-AD913379C71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3" name="Oval 12">
            <a:extLst>
              <a:ext uri="{FF2B5EF4-FFF2-40B4-BE49-F238E27FC236}">
                <a16:creationId xmlns:a16="http://schemas.microsoft.com/office/drawing/2014/main" id="{1DD8BF3B-6066-418C-8D1A-75C5E396FC0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1968359"/>
            <a:ext cx="609320" cy="609320"/>
          </a:xfrm>
          <a:prstGeom prst="ellipse">
            <a:avLst/>
          </a:prstGeom>
          <a:noFill/>
          <a:ln w="127000">
            <a:solidFill>
              <a:schemeClr val="accent5"/>
            </a:solidFill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15" name="Block Arc 14">
            <a:extLst>
              <a:ext uri="{FF2B5EF4-FFF2-40B4-BE49-F238E27FC236}">
                <a16:creationId xmlns:a16="http://schemas.microsoft.com/office/drawing/2014/main" id="{80BC66F9-7A74-4286-AD22-1174052CC22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6684313" y="901796"/>
            <a:ext cx="1790700" cy="1790700"/>
          </a:xfrm>
          <a:prstGeom prst="blockArc">
            <a:avLst/>
          </a:pr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>
              <a:solidFill>
                <a:schemeClr val="tx1"/>
              </a:solidFill>
            </a:endParaRPr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D8142CC3-2B5C-48E6-9DF0-6C8ACBAF23EF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0"/>
            <a:ext cx="1736438" cy="1163244"/>
          </a:xfrm>
          <a:custGeom>
            <a:avLst/>
            <a:gdLst>
              <a:gd name="connsiteX0" fmla="*/ 0 w 2315251"/>
              <a:gd name="connsiteY0" fmla="*/ 0 h 1550992"/>
              <a:gd name="connsiteX1" fmla="*/ 138700 w 2315251"/>
              <a:gd name="connsiteY1" fmla="*/ 0 h 1550992"/>
              <a:gd name="connsiteX2" fmla="*/ 138700 w 2315251"/>
              <a:gd name="connsiteY2" fmla="*/ 1361400 h 1550992"/>
              <a:gd name="connsiteX3" fmla="*/ 2107387 w 2315251"/>
              <a:gd name="connsiteY3" fmla="*/ 222673 h 1550992"/>
              <a:gd name="connsiteX4" fmla="*/ 1722420 w 2315251"/>
              <a:gd name="connsiteY4" fmla="*/ 0 h 1550992"/>
              <a:gd name="connsiteX5" fmla="*/ 1999436 w 2315251"/>
              <a:gd name="connsiteY5" fmla="*/ 0 h 1550992"/>
              <a:gd name="connsiteX6" fmla="*/ 2280549 w 2315251"/>
              <a:gd name="connsiteY6" fmla="*/ 162605 h 1550992"/>
              <a:gd name="connsiteX7" fmla="*/ 2305953 w 2315251"/>
              <a:gd name="connsiteY7" fmla="*/ 257336 h 1550992"/>
              <a:gd name="connsiteX8" fmla="*/ 2280549 w 2315251"/>
              <a:gd name="connsiteY8" fmla="*/ 282740 h 1550992"/>
              <a:gd name="connsiteX9" fmla="*/ 104026 w 2315251"/>
              <a:gd name="connsiteY9" fmla="*/ 1541710 h 1550992"/>
              <a:gd name="connsiteX10" fmla="*/ 69351 w 2315251"/>
              <a:gd name="connsiteY10" fmla="*/ 1550992 h 1550992"/>
              <a:gd name="connsiteX11" fmla="*/ 0 w 2315251"/>
              <a:gd name="connsiteY11" fmla="*/ 1481643 h 1550992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  <a:cxn ang="0">
                <a:pos x="connsiteX11" y="connsiteY11"/>
              </a:cxn>
            </a:cxnLst>
            <a:rect l="l" t="t" r="r" b="b"/>
            <a:pathLst>
              <a:path w="2315251" h="1550992">
                <a:moveTo>
                  <a:pt x="0" y="0"/>
                </a:moveTo>
                <a:lnTo>
                  <a:pt x="138700" y="0"/>
                </a:lnTo>
                <a:lnTo>
                  <a:pt x="138700" y="1361400"/>
                </a:lnTo>
                <a:lnTo>
                  <a:pt x="2107387" y="222673"/>
                </a:lnTo>
                <a:lnTo>
                  <a:pt x="1722420" y="0"/>
                </a:lnTo>
                <a:lnTo>
                  <a:pt x="1999436" y="0"/>
                </a:lnTo>
                <a:lnTo>
                  <a:pt x="2280549" y="162605"/>
                </a:lnTo>
                <a:cubicBezTo>
                  <a:pt x="2313720" y="181745"/>
                  <a:pt x="2325104" y="224155"/>
                  <a:pt x="2305953" y="257336"/>
                </a:cubicBezTo>
                <a:cubicBezTo>
                  <a:pt x="2299872" y="267889"/>
                  <a:pt x="2291101" y="276648"/>
                  <a:pt x="2280549" y="282740"/>
                </a:cubicBezTo>
                <a:lnTo>
                  <a:pt x="104026" y="1541710"/>
                </a:lnTo>
                <a:cubicBezTo>
                  <a:pt x="93484" y="1547802"/>
                  <a:pt x="81523" y="1551003"/>
                  <a:pt x="69351" y="1550992"/>
                </a:cubicBezTo>
                <a:cubicBezTo>
                  <a:pt x="31049" y="1550992"/>
                  <a:pt x="0" y="1519944"/>
                  <a:pt x="0" y="1481643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cxnSp>
        <p:nvCxnSpPr>
          <p:cNvPr id="19" name="Straight Connector 18">
            <a:extLst>
              <a:ext uri="{FF2B5EF4-FFF2-40B4-BE49-F238E27FC236}">
                <a16:creationId xmlns:a16="http://schemas.microsoft.com/office/drawing/2014/main" id="{7B2D303B-3DD0-4319-9EAD-361847FEC71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8793478" y="99867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46A89C79-8EF3-4AF9-B3D9-59A883F41C8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8254162" y="3084060"/>
            <a:ext cx="889838" cy="1328738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EFE5CE34-4543-42E5-B82C-1F3D12422C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20992895">
            <a:off x="4565205" y="3108841"/>
            <a:ext cx="3062574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25" name="Freeform: Shape 24">
            <a:extLst>
              <a:ext uri="{FF2B5EF4-FFF2-40B4-BE49-F238E27FC236}">
                <a16:creationId xmlns:a16="http://schemas.microsoft.com/office/drawing/2014/main" id="{72AF41FE-63D7-4695-81D2-66D2510E448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5115982" y="3722002"/>
            <a:ext cx="1982514" cy="1421498"/>
          </a:xfrm>
          <a:custGeom>
            <a:avLst/>
            <a:gdLst>
              <a:gd name="connsiteX0" fmla="*/ 1321676 w 2643352"/>
              <a:gd name="connsiteY0" fmla="*/ 0 h 1895331"/>
              <a:gd name="connsiteX1" fmla="*/ 2643352 w 2643352"/>
              <a:gd name="connsiteY1" fmla="*/ 1321676 h 1895331"/>
              <a:gd name="connsiteX2" fmla="*/ 2539488 w 2643352"/>
              <a:gd name="connsiteY2" fmla="*/ 1836132 h 1895331"/>
              <a:gd name="connsiteX3" fmla="*/ 2510970 w 2643352"/>
              <a:gd name="connsiteY3" fmla="*/ 1895331 h 1895331"/>
              <a:gd name="connsiteX4" fmla="*/ 132382 w 2643352"/>
              <a:gd name="connsiteY4" fmla="*/ 1895331 h 1895331"/>
              <a:gd name="connsiteX5" fmla="*/ 103864 w 2643352"/>
              <a:gd name="connsiteY5" fmla="*/ 1836132 h 1895331"/>
              <a:gd name="connsiteX6" fmla="*/ 0 w 2643352"/>
              <a:gd name="connsiteY6" fmla="*/ 1321676 h 1895331"/>
              <a:gd name="connsiteX7" fmla="*/ 1321676 w 2643352"/>
              <a:gd name="connsiteY7" fmla="*/ 0 h 1895331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643352" h="1895331">
                <a:moveTo>
                  <a:pt x="1321676" y="0"/>
                </a:moveTo>
                <a:cubicBezTo>
                  <a:pt x="2051617" y="0"/>
                  <a:pt x="2643352" y="591735"/>
                  <a:pt x="2643352" y="1321676"/>
                </a:cubicBezTo>
                <a:cubicBezTo>
                  <a:pt x="2643352" y="1504161"/>
                  <a:pt x="2606369" y="1678009"/>
                  <a:pt x="2539488" y="1836132"/>
                </a:cubicBezTo>
                <a:lnTo>
                  <a:pt x="2510970" y="1895331"/>
                </a:lnTo>
                <a:lnTo>
                  <a:pt x="132382" y="1895331"/>
                </a:lnTo>
                <a:lnTo>
                  <a:pt x="103864" y="1836132"/>
                </a:lnTo>
                <a:cubicBezTo>
                  <a:pt x="36984" y="1678009"/>
                  <a:pt x="0" y="1504161"/>
                  <a:pt x="0" y="1321676"/>
                </a:cubicBezTo>
                <a:cubicBezTo>
                  <a:pt x="0" y="591735"/>
                  <a:pt x="591735" y="0"/>
                  <a:pt x="1321676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4" name="Text 2"/>
          <p:cNvSpPr/>
          <p:nvPr/>
        </p:nvSpPr>
        <p:spPr>
          <a:xfrm>
            <a:off x="456121" y="2360501"/>
            <a:ext cx="3858954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/>
          <a:p>
            <a:pPr marL="0" indent="0" algn="ctr">
              <a:lnSpc>
                <a:spcPts val="2520"/>
              </a:lnSpc>
              <a:spcAft>
                <a:spcPts val="600"/>
              </a:spcAft>
              <a:buNone/>
            </a:pPr>
            <a:r>
              <a:rPr lang="en-US" sz="2400" dirty="0">
                <a:solidFill>
                  <a:srgbClr val="38BDF8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"What would help them feel safe, seen, and in control?"</a:t>
            </a:r>
            <a:endParaRPr lang="en-US" sz="2400" dirty="0"/>
          </a:p>
        </p:txBody>
      </p:sp>
      <p:sp>
        <p:nvSpPr>
          <p:cNvPr id="5" name="Text 1">
            <a:extLst>
              <a:ext uri="{FF2B5EF4-FFF2-40B4-BE49-F238E27FC236}">
                <a16:creationId xmlns:a16="http://schemas.microsoft.com/office/drawing/2014/main" id="{74A23D61-AD1F-57D3-E99B-519218654BAD}"/>
              </a:ext>
            </a:extLst>
          </p:cNvPr>
          <p:cNvSpPr/>
          <p:nvPr/>
        </p:nvSpPr>
        <p:spPr>
          <a:xfrm>
            <a:off x="853740" y="3470367"/>
            <a:ext cx="3436232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520"/>
              </a:lnSpc>
              <a:buNone/>
            </a:pPr>
            <a:r>
              <a:rPr lang="en-US" sz="1800" dirty="0">
                <a:solidFill>
                  <a:srgbClr val="FFC000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Good UX starts when we stop designing for ourselves</a:t>
            </a:r>
            <a:endParaRPr lang="en-US" sz="1800" dirty="0">
              <a:solidFill>
                <a:srgbClr val="FFC000"/>
              </a:solidFill>
            </a:endParaRPr>
          </a:p>
        </p:txBody>
      </p:sp>
      <p:sp>
        <p:nvSpPr>
          <p:cNvPr id="6" name="Text 2">
            <a:extLst>
              <a:ext uri="{FF2B5EF4-FFF2-40B4-BE49-F238E27FC236}">
                <a16:creationId xmlns:a16="http://schemas.microsoft.com/office/drawing/2014/main" id="{C72B3EB8-F702-0BA7-58C0-5905006712C0}"/>
              </a:ext>
            </a:extLst>
          </p:cNvPr>
          <p:cNvSpPr/>
          <p:nvPr/>
        </p:nvSpPr>
        <p:spPr>
          <a:xfrm>
            <a:off x="502590" y="4105458"/>
            <a:ext cx="3757353" cy="319980"/>
          </a:xfrm>
          <a:prstGeom prst="rect">
            <a:avLst/>
          </a:prstGeom>
          <a:noFill/>
          <a:ln/>
        </p:spPr>
        <p:txBody>
          <a:bodyPr wrap="square" lIns="0" tIns="0" rIns="0" bIns="0" rtlCol="0" anchor="t"/>
          <a:lstStyle>
            <a:lvl1pPr marL="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1pPr>
            <a:lvl2pPr marL="457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2pPr>
            <a:lvl3pPr marL="914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3pPr>
            <a:lvl4pPr marL="1371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4pPr>
            <a:lvl5pPr marL="18288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5pPr>
            <a:lvl6pPr marL="22860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6pPr>
            <a:lvl7pPr marL="27432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7pPr>
            <a:lvl8pPr marL="32004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8pPr>
            <a:lvl9pPr marL="3657600" algn="l" defTabSz="914400" rtl="0" eaLnBrk="1" latinLnBrk="0" hangingPunct="1">
              <a:defRPr sz="1800" kern="1200">
                <a:solidFill>
                  <a:schemeClr val="tx1"/>
                </a:solidFill>
                <a:latin typeface="+mn-lt"/>
                <a:ea typeface="+mn-ea"/>
                <a:cs typeface="+mn-cs"/>
              </a:defRPr>
            </a:lvl9pPr>
          </a:lstStyle>
          <a:p>
            <a:pPr marL="0" indent="0" algn="r">
              <a:lnSpc>
                <a:spcPts val="2520"/>
              </a:lnSpc>
              <a:buNone/>
            </a:pPr>
            <a:r>
              <a:rPr lang="en-US" sz="1800" dirty="0">
                <a:solidFill>
                  <a:schemeClr val="accent6"/>
                </a:solidFill>
                <a:latin typeface="Arial" pitchFamily="34" charset="0"/>
                <a:ea typeface="Arial" pitchFamily="34" charset="-122"/>
                <a:cs typeface="Arial" pitchFamily="34" charset="-120"/>
              </a:rPr>
              <a:t>And start designing for the actual humans who will use what we build</a:t>
            </a:r>
            <a:endParaRPr lang="en-US" sz="1800" dirty="0">
              <a:solidFill>
                <a:schemeClr val="accent6"/>
              </a:solidFill>
            </a:endParaRPr>
          </a:p>
        </p:txBody>
      </p:sp>
    </p:spTree>
  </p:cSld>
  <p:clrMapOvr>
    <a:masterClrMapping/>
  </p:clrMapOvr>
</p:sld>
</file>

<file path=ppt/slides/slide17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 useBgFill="1">
        <p:nvSpPr>
          <p:cNvPr id="9" name="Rectangle 8">
            <a:extLst>
              <a:ext uri="{FF2B5EF4-FFF2-40B4-BE49-F238E27FC236}">
                <a16:creationId xmlns:a16="http://schemas.microsoft.com/office/drawing/2014/main" id="{59EF30C2-29AC-4A0D-BC0A-A679CF113ED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2286" y="0"/>
            <a:ext cx="9141714" cy="5143500"/>
          </a:xfrm>
          <a:prstGeom prst="rect">
            <a:avLst/>
          </a:prstGeom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 13">
            <a:extLst>
              <a:ext uri="{FF2B5EF4-FFF2-40B4-BE49-F238E27FC236}">
                <a16:creationId xmlns:a16="http://schemas.microsoft.com/office/drawing/2014/main" id="{9C682A1A-5B2D-4111-BBD6-620165633E5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000375" y="815552"/>
            <a:ext cx="6143625" cy="4327948"/>
          </a:xfrm>
          <a:custGeom>
            <a:avLst/>
            <a:gdLst>
              <a:gd name="connsiteX0" fmla="*/ 4929467 w 8191500"/>
              <a:gd name="connsiteY0" fmla="*/ 0 h 5770597"/>
              <a:gd name="connsiteX1" fmla="*/ 8065066 w 8191500"/>
              <a:gd name="connsiteY1" fmla="*/ 1118513 h 5770597"/>
              <a:gd name="connsiteX2" fmla="*/ 8191500 w 8191500"/>
              <a:gd name="connsiteY2" fmla="*/ 1227339 h 5770597"/>
              <a:gd name="connsiteX3" fmla="*/ 8191500 w 8191500"/>
              <a:gd name="connsiteY3" fmla="*/ 5770597 h 5770597"/>
              <a:gd name="connsiteX4" fmla="*/ 79523 w 8191500"/>
              <a:gd name="connsiteY4" fmla="*/ 5770597 h 5770597"/>
              <a:gd name="connsiteX5" fmla="*/ 56799 w 8191500"/>
              <a:gd name="connsiteY5" fmla="*/ 5644158 h 5770597"/>
              <a:gd name="connsiteX6" fmla="*/ 0 w 8191500"/>
              <a:gd name="connsiteY6" fmla="*/ 4898209 h 5770597"/>
              <a:gd name="connsiteX7" fmla="*/ 4929467 w 8191500"/>
              <a:gd name="connsiteY7" fmla="*/ 0 h 57705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8191500" h="5770597">
                <a:moveTo>
                  <a:pt x="4929467" y="0"/>
                </a:moveTo>
                <a:cubicBezTo>
                  <a:pt x="6120547" y="0"/>
                  <a:pt x="7212963" y="419755"/>
                  <a:pt x="8065066" y="1118513"/>
                </a:cubicBezTo>
                <a:lnTo>
                  <a:pt x="8191500" y="1227339"/>
                </a:lnTo>
                <a:lnTo>
                  <a:pt x="8191500" y="5770597"/>
                </a:lnTo>
                <a:lnTo>
                  <a:pt x="79523" y="5770597"/>
                </a:lnTo>
                <a:lnTo>
                  <a:pt x="56799" y="5644158"/>
                </a:lnTo>
                <a:cubicBezTo>
                  <a:pt x="19398" y="5400934"/>
                  <a:pt x="0" y="5151822"/>
                  <a:pt x="0" y="4898209"/>
                </a:cubicBezTo>
                <a:cubicBezTo>
                  <a:pt x="0" y="2193003"/>
                  <a:pt x="2206998" y="0"/>
                  <a:pt x="4929467" y="0"/>
                </a:cubicBezTo>
                <a:close/>
              </a:path>
            </a:pathLst>
          </a:custGeom>
          <a:solidFill>
            <a:schemeClr val="accent2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" name="Text 0"/>
          <p:cNvSpPr/>
          <p:nvPr/>
        </p:nvSpPr>
        <p:spPr>
          <a:xfrm>
            <a:off x="3820140" y="2058496"/>
            <a:ext cx="4942280" cy="1790700"/>
          </a:xfrm>
          <a:prstGeom prst="rect">
            <a:avLst/>
          </a:prstGeom>
        </p:spPr>
        <p:txBody>
          <a:bodyPr vert="horz" lIns="91440" tIns="45720" rIns="91440" bIns="45720" rtlCol="0" anchor="b">
            <a:normAutofit/>
          </a:bodyPr>
          <a:lstStyle/>
          <a:p>
            <a:pPr marL="0" indent="0" algn="r">
              <a:lnSpc>
                <a:spcPct val="90000"/>
              </a:lnSpc>
              <a:spcBef>
                <a:spcPct val="0"/>
              </a:spcBef>
              <a:spcAft>
                <a:spcPts val="600"/>
              </a:spcAft>
            </a:pPr>
            <a:r>
              <a:rPr lang="en-US" sz="6000" b="1" kern="1200">
                <a:solidFill>
                  <a:srgbClr val="FFFFFF"/>
                </a:solidFill>
                <a:latin typeface="+mj-lt"/>
                <a:ea typeface="+mj-ea"/>
                <a:cs typeface="+mj-cs"/>
              </a:rPr>
              <a:t>Thank You!</a:t>
            </a:r>
            <a:endParaRPr lang="en-US" sz="6000" kern="1200">
              <a:solidFill>
                <a:srgbClr val="FFFFFF"/>
              </a:solidFill>
              <a:latin typeface="+mj-lt"/>
              <a:ea typeface="+mj-ea"/>
              <a:cs typeface="+mj-cs"/>
            </a:endParaRPr>
          </a:p>
        </p:txBody>
      </p:sp>
      <p:sp>
        <p:nvSpPr>
          <p:cNvPr id="4" name="Text 2"/>
          <p:cNvSpPr/>
          <p:nvPr/>
        </p:nvSpPr>
        <p:spPr>
          <a:xfrm>
            <a:off x="3820140" y="3918252"/>
            <a:ext cx="4942280" cy="997083"/>
          </a:xfrm>
          <a:prstGeom prst="rect">
            <a:avLst/>
          </a:prstGeom>
        </p:spPr>
        <p:txBody>
          <a:bodyPr vert="horz" lIns="91440" tIns="45720" rIns="91440" bIns="45720" rtlCol="0">
            <a:normAutofit/>
          </a:bodyPr>
          <a:lstStyle/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North Spark: </a:t>
            </a:r>
          </a:p>
          <a:p>
            <a:pPr algn="r">
              <a:lnSpc>
                <a:spcPct val="90000"/>
              </a:lnSpc>
              <a:spcBef>
                <a:spcPts val="1000"/>
              </a:spcBef>
            </a:pPr>
            <a:r>
              <a:rPr lang="en-US" sz="2400" kern="1200" dirty="0">
                <a:solidFill>
                  <a:srgbClr val="FFFFFF"/>
                </a:solidFill>
                <a:latin typeface="+mn-lt"/>
                <a:ea typeface="+mn-ea"/>
                <a:cs typeface="+mn-cs"/>
              </a:rPr>
              <a:t>Learn what you love, your way.</a:t>
            </a:r>
          </a:p>
        </p:txBody>
      </p:sp>
      <p:cxnSp>
        <p:nvCxnSpPr>
          <p:cNvPr id="13" name="Straight Connector 12">
            <a:extLst>
              <a:ext uri="{FF2B5EF4-FFF2-40B4-BE49-F238E27FC236}">
                <a16:creationId xmlns:a16="http://schemas.microsoft.com/office/drawing/2014/main" id="{266A0658-1CC4-4B0D-AAB7-A702286AFB03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CxnSpPr>
            <a:cxnSpLocks noGrp="1" noRot="1" noChangeAspect="1" noMove="1" noResize="1" noEditPoints="1" noAdjustHandles="1" noChangeArrowheads="1" noChangeShapeType="1"/>
          </p:cNvCxn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CxnSpPr>
        <p:spPr>
          <a:xfrm>
            <a:off x="304680" y="137949"/>
            <a:ext cx="0" cy="1198281"/>
          </a:xfrm>
          <a:prstGeom prst="line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</p:cxnSp>
      <p:sp>
        <p:nvSpPr>
          <p:cNvPr id="15" name="Freeform: Shape 14">
            <a:extLst>
              <a:ext uri="{FF2B5EF4-FFF2-40B4-BE49-F238E27FC236}">
                <a16:creationId xmlns:a16="http://schemas.microsoft.com/office/drawing/2014/main" id="{A04F1504-431A-4D86-9091-AE7E4B33376B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3969261" y="0"/>
            <a:ext cx="1709806" cy="950839"/>
          </a:xfrm>
          <a:custGeom>
            <a:avLst/>
            <a:gdLst>
              <a:gd name="connsiteX0" fmla="*/ 0 w 2279742"/>
              <a:gd name="connsiteY0" fmla="*/ 0 h 1267785"/>
              <a:gd name="connsiteX1" fmla="*/ 138700 w 2279742"/>
              <a:gd name="connsiteY1" fmla="*/ 0 h 1267785"/>
              <a:gd name="connsiteX2" fmla="*/ 138700 w 2279742"/>
              <a:gd name="connsiteY2" fmla="*/ 1078193 h 1267785"/>
              <a:gd name="connsiteX3" fmla="*/ 2002733 w 2279742"/>
              <a:gd name="connsiteY3" fmla="*/ 0 h 1267785"/>
              <a:gd name="connsiteX4" fmla="*/ 2279742 w 2279742"/>
              <a:gd name="connsiteY4" fmla="*/ 0 h 1267785"/>
              <a:gd name="connsiteX5" fmla="*/ 104026 w 2279742"/>
              <a:gd name="connsiteY5" fmla="*/ 1258503 h 1267785"/>
              <a:gd name="connsiteX6" fmla="*/ 69351 w 2279742"/>
              <a:gd name="connsiteY6" fmla="*/ 1267785 h 1267785"/>
              <a:gd name="connsiteX7" fmla="*/ 0 w 2279742"/>
              <a:gd name="connsiteY7" fmla="*/ 1198436 h 1267785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</a:cxnLst>
            <a:rect l="l" t="t" r="r" b="b"/>
            <a:pathLst>
              <a:path w="2279742" h="1267785">
                <a:moveTo>
                  <a:pt x="0" y="0"/>
                </a:moveTo>
                <a:lnTo>
                  <a:pt x="138700" y="0"/>
                </a:lnTo>
                <a:lnTo>
                  <a:pt x="138700" y="1078193"/>
                </a:lnTo>
                <a:lnTo>
                  <a:pt x="2002733" y="0"/>
                </a:lnTo>
                <a:lnTo>
                  <a:pt x="2279742" y="0"/>
                </a:lnTo>
                <a:lnTo>
                  <a:pt x="104026" y="1258503"/>
                </a:lnTo>
                <a:cubicBezTo>
                  <a:pt x="93484" y="1264595"/>
                  <a:pt x="81523" y="1267796"/>
                  <a:pt x="69351" y="1267785"/>
                </a:cubicBezTo>
                <a:cubicBezTo>
                  <a:pt x="31049" y="1267785"/>
                  <a:pt x="0" y="1236737"/>
                  <a:pt x="0" y="1198436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 dirty="0"/>
          </a:p>
        </p:txBody>
      </p:sp>
      <p:sp>
        <p:nvSpPr>
          <p:cNvPr id="17" name="Freeform: Shape 16">
            <a:extLst>
              <a:ext uri="{FF2B5EF4-FFF2-40B4-BE49-F238E27FC236}">
                <a16:creationId xmlns:a16="http://schemas.microsoft.com/office/drawing/2014/main" id="{EA804283-B929-4503-802F-4585376E2B42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7656521" y="0"/>
            <a:ext cx="851299" cy="358498"/>
          </a:xfrm>
          <a:custGeom>
            <a:avLst/>
            <a:gdLst>
              <a:gd name="connsiteX0" fmla="*/ 0 w 1135066"/>
              <a:gd name="connsiteY0" fmla="*/ 0 h 477997"/>
              <a:gd name="connsiteX1" fmla="*/ 1135066 w 1135066"/>
              <a:gd name="connsiteY1" fmla="*/ 0 h 477997"/>
              <a:gd name="connsiteX2" fmla="*/ 1133370 w 1135066"/>
              <a:gd name="connsiteY2" fmla="*/ 16827 h 477997"/>
              <a:gd name="connsiteX3" fmla="*/ 567533 w 1135066"/>
              <a:gd name="connsiteY3" fmla="*/ 477997 h 477997"/>
              <a:gd name="connsiteX4" fmla="*/ 1696 w 1135066"/>
              <a:gd name="connsiteY4" fmla="*/ 16827 h 47799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135066" h="477997">
                <a:moveTo>
                  <a:pt x="0" y="0"/>
                </a:moveTo>
                <a:lnTo>
                  <a:pt x="1135066" y="0"/>
                </a:lnTo>
                <a:lnTo>
                  <a:pt x="1133370" y="16827"/>
                </a:lnTo>
                <a:cubicBezTo>
                  <a:pt x="1079514" y="280016"/>
                  <a:pt x="846644" y="477997"/>
                  <a:pt x="567533" y="477997"/>
                </a:cubicBezTo>
                <a:cubicBezTo>
                  <a:pt x="288422" y="477997"/>
                  <a:pt x="55552" y="280016"/>
                  <a:pt x="1696" y="16827"/>
                </a:cubicBezTo>
                <a:close/>
              </a:path>
            </a:pathLst>
          </a:custGeom>
          <a:solidFill>
            <a:schemeClr val="accent4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/>
          </a:p>
        </p:txBody>
      </p:sp>
      <p:sp>
        <p:nvSpPr>
          <p:cNvPr id="19" name="Oval 18">
            <a:extLst>
              <a:ext uri="{FF2B5EF4-FFF2-40B4-BE49-F238E27FC236}">
                <a16:creationId xmlns:a16="http://schemas.microsoft.com/office/drawing/2014/main" id="{AD3811F5-514E-49A4-B382-673ED228A4C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1176783" y="386173"/>
            <a:ext cx="1795013" cy="1746317"/>
          </a:xfrm>
          <a:prstGeom prst="ellipse">
            <a:avLst/>
          </a:prstGeom>
          <a:solidFill>
            <a:schemeClr val="accent5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marL="0" marR="0" lvl="0" indent="0" algn="ctr" defTabSz="914400" rtl="0" eaLnBrk="1" fontAlgn="auto" latinLnBrk="0" hangingPunct="1">
              <a:lnSpc>
                <a:spcPct val="100000"/>
              </a:lnSpc>
              <a:spcBef>
                <a:spcPts val="0"/>
              </a:spcBef>
              <a:spcAft>
                <a:spcPts val="0"/>
              </a:spcAft>
              <a:buClrTx/>
              <a:buSzTx/>
              <a:buFontTx/>
              <a:buNone/>
              <a:tabLst/>
              <a:defRPr/>
            </a:pPr>
            <a:endParaRPr kumimoji="0" lang="en-US" sz="1800" b="0" i="0" u="none" strike="noStrike" kern="1200" cap="none" spc="0" normalizeH="0" baseline="0" noProof="0">
              <a:ln>
                <a:noFill/>
              </a:ln>
              <a:solidFill>
                <a:srgbClr val="FFFFFF"/>
              </a:solidFill>
              <a:effectLst/>
              <a:uLnTx/>
              <a:uFillTx/>
              <a:latin typeface="Calibri" panose="020F0502020204030204"/>
              <a:ea typeface="+mn-ea"/>
              <a:cs typeface="+mn-cs"/>
            </a:endParaRPr>
          </a:p>
        </p:txBody>
      </p:sp>
      <p:sp>
        <p:nvSpPr>
          <p:cNvPr id="21" name="Freeform: Shape 20">
            <a:extLst>
              <a:ext uri="{FF2B5EF4-FFF2-40B4-BE49-F238E27FC236}">
                <a16:creationId xmlns:a16="http://schemas.microsoft.com/office/drawing/2014/main" id="{067AD921-1CEE-4C1B-9AA3-C66D908DDD14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0" y="2212305"/>
            <a:ext cx="889838" cy="1328737"/>
          </a:xfrm>
          <a:custGeom>
            <a:avLst/>
            <a:gdLst>
              <a:gd name="connsiteX0" fmla="*/ 61913 w 1186451"/>
              <a:gd name="connsiteY0" fmla="*/ 0 h 1771650"/>
              <a:gd name="connsiteX1" fmla="*/ 1186451 w 1186451"/>
              <a:gd name="connsiteY1" fmla="*/ 0 h 1771650"/>
              <a:gd name="connsiteX2" fmla="*/ 1186451 w 1186451"/>
              <a:gd name="connsiteY2" fmla="*/ 123825 h 1771650"/>
              <a:gd name="connsiteX3" fmla="*/ 123825 w 1186451"/>
              <a:gd name="connsiteY3" fmla="*/ 123825 h 1771650"/>
              <a:gd name="connsiteX4" fmla="*/ 123825 w 1186451"/>
              <a:gd name="connsiteY4" fmla="*/ 1647825 h 1771650"/>
              <a:gd name="connsiteX5" fmla="*/ 1186451 w 1186451"/>
              <a:gd name="connsiteY5" fmla="*/ 1647825 h 1771650"/>
              <a:gd name="connsiteX6" fmla="*/ 1186451 w 1186451"/>
              <a:gd name="connsiteY6" fmla="*/ 1771650 h 1771650"/>
              <a:gd name="connsiteX7" fmla="*/ 61913 w 1186451"/>
              <a:gd name="connsiteY7" fmla="*/ 1771650 h 1771650"/>
              <a:gd name="connsiteX8" fmla="*/ 0 w 1186451"/>
              <a:gd name="connsiteY8" fmla="*/ 1709738 h 1771650"/>
              <a:gd name="connsiteX9" fmla="*/ 0 w 1186451"/>
              <a:gd name="connsiteY9" fmla="*/ 61913 h 1771650"/>
              <a:gd name="connsiteX10" fmla="*/ 61913 w 1186451"/>
              <a:gd name="connsiteY10" fmla="*/ 0 h 1771650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  <a:cxn ang="0">
                <a:pos x="connsiteX5" y="connsiteY5"/>
              </a:cxn>
              <a:cxn ang="0">
                <a:pos x="connsiteX6" y="connsiteY6"/>
              </a:cxn>
              <a:cxn ang="0">
                <a:pos x="connsiteX7" y="connsiteY7"/>
              </a:cxn>
              <a:cxn ang="0">
                <a:pos x="connsiteX8" y="connsiteY8"/>
              </a:cxn>
              <a:cxn ang="0">
                <a:pos x="connsiteX9" y="connsiteY9"/>
              </a:cxn>
              <a:cxn ang="0">
                <a:pos x="connsiteX10" y="connsiteY10"/>
              </a:cxn>
            </a:cxnLst>
            <a:rect l="l" t="t" r="r" b="b"/>
            <a:pathLst>
              <a:path w="1186451" h="1771650">
                <a:moveTo>
                  <a:pt x="61913" y="0"/>
                </a:moveTo>
                <a:lnTo>
                  <a:pt x="1186451" y="0"/>
                </a:lnTo>
                <a:lnTo>
                  <a:pt x="1186451" y="123825"/>
                </a:lnTo>
                <a:lnTo>
                  <a:pt x="123825" y="123825"/>
                </a:lnTo>
                <a:lnTo>
                  <a:pt x="123825" y="1647825"/>
                </a:lnTo>
                <a:lnTo>
                  <a:pt x="1186451" y="1647825"/>
                </a:lnTo>
                <a:lnTo>
                  <a:pt x="1186451" y="1771650"/>
                </a:lnTo>
                <a:lnTo>
                  <a:pt x="61913" y="1771650"/>
                </a:lnTo>
                <a:cubicBezTo>
                  <a:pt x="27719" y="1771650"/>
                  <a:pt x="0" y="1743932"/>
                  <a:pt x="0" y="1709738"/>
                </a:cubicBezTo>
                <a:lnTo>
                  <a:pt x="0" y="61913"/>
                </a:lnTo>
                <a:cubicBezTo>
                  <a:pt x="0" y="27719"/>
                  <a:pt x="27719" y="0"/>
                  <a:pt x="61913" y="0"/>
                </a:cubicBezTo>
                <a:close/>
              </a:path>
            </a:pathLst>
          </a:custGeom>
          <a:solidFill>
            <a:schemeClr val="accent6"/>
          </a:solidFill>
          <a:ln w="9525" cap="flat">
            <a:noFill/>
            <a:prstDash val="solid"/>
            <a:miter/>
          </a:ln>
        </p:spPr>
        <p:txBody>
          <a:bodyPr rtlCol="0" anchor="ctr"/>
          <a:lstStyle/>
          <a:p>
            <a:endParaRPr lang="en-US"/>
          </a:p>
        </p:txBody>
      </p:sp>
      <p:sp>
        <p:nvSpPr>
          <p:cNvPr id="23" name="Arc 22">
            <a:extLst>
              <a:ext uri="{FF2B5EF4-FFF2-40B4-BE49-F238E27FC236}">
                <a16:creationId xmlns:a16="http://schemas.microsoft.com/office/drawing/2014/main" id="{C36A08F5-3B56-47C5-A371-9187BE56E1E5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6200000">
            <a:off x="1154762" y="3152570"/>
            <a:ext cx="3062575" cy="3062575"/>
          </a:xfrm>
          <a:prstGeom prst="arc">
            <a:avLst/>
          </a:prstGeom>
          <a:ln w="127000" cap="rnd">
            <a:solidFill>
              <a:schemeClr val="accent4"/>
            </a:solidFill>
            <a:prstDash val="dash"/>
          </a:ln>
        </p:spPr>
        <p:style>
          <a:lnRef idx="1">
            <a:schemeClr val="accent1"/>
          </a:lnRef>
          <a:fillRef idx="0">
            <a:schemeClr val="accent1"/>
          </a:fillRef>
          <a:effectRef idx="0">
            <a:schemeClr val="accent1"/>
          </a:effectRef>
          <a:fontRef idx="minor">
            <a:schemeClr val="tx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</p:spTree>
  </p:cSld>
  <p:clrMapOvr>
    <a:masterClrMapping/>
  </p:clrMapOvr>
</p:sld>
</file>

<file path=ppt/slides/slide18.xml><?xml version="1.0" encoding="utf-8"?>
<p:sld xmlns:a="http://schemas.openxmlformats.org/drawingml/2006/main" xmlns:r="http://schemas.openxmlformats.org/officeDocument/2006/relationships" xmlns:p="http://schemas.openxmlformats.org/presentationml/2006/main">
  <p:cSld>
    <p:bg>
      <p:bgPr>
        <a:solidFill>
          <a:schemeClr val="bg1"/>
        </a:solidFill>
        <a:effectLst/>
      </p:bgPr>
    </p:bg>
    <p:spTree>
      <p:nvGrpSpPr>
        <p:cNvPr id="1" name=""/>
        <p:cNvGrpSpPr/>
        <p:nvPr/>
      </p:nvGrpSpPr>
      <p:grpSpPr>
        <a:xfrm>
          <a:off x="0" y="0"/>
          <a:ext cx="0" cy="0"/>
          <a:chOff x="0" y="0"/>
          <a:chExt cx="0" cy="0"/>
        </a:xfrm>
      </p:grpSpPr>
      <p:sp>
        <p:nvSpPr>
          <p:cNvPr id="5" name="Rectangle 4">
            <a:extLst>
              <a:ext uri="{FF2B5EF4-FFF2-40B4-BE49-F238E27FC236}">
                <a16:creationId xmlns:a16="http://schemas.microsoft.com/office/drawing/2014/main" id="{F3060C83-F051-4F0E-ABAD-AA0DFC48B218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>
            <a:off x="0" y="0"/>
            <a:ext cx="9144000" cy="5143500"/>
          </a:xfrm>
          <a:prstGeom prst="rect">
            <a:avLst/>
          </a:prstGeom>
          <a:solidFill>
            <a:schemeClr val="bg1"/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6" name="Freeform: Shape 5">
            <a:extLst>
              <a:ext uri="{FF2B5EF4-FFF2-40B4-BE49-F238E27FC236}">
                <a16:creationId xmlns:a16="http://schemas.microsoft.com/office/drawing/2014/main" id="{83C98ABE-055B-441F-B07E-44F97F083C3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-282117" y="-190252"/>
            <a:ext cx="1370728" cy="1032741"/>
          </a:xfrm>
          <a:custGeom>
            <a:avLst/>
            <a:gdLst>
              <a:gd name="connsiteX0" fmla="*/ 0 w 1827638"/>
              <a:gd name="connsiteY0" fmla="*/ 987379 h 1376989"/>
              <a:gd name="connsiteX1" fmla="*/ 987379 w 1827638"/>
              <a:gd name="connsiteY1" fmla="*/ 0 h 1376989"/>
              <a:gd name="connsiteX2" fmla="*/ 1827638 w 1827638"/>
              <a:gd name="connsiteY2" fmla="*/ 840260 h 1376989"/>
              <a:gd name="connsiteX3" fmla="*/ 1827638 w 1827638"/>
              <a:gd name="connsiteY3" fmla="*/ 1376989 h 1376989"/>
              <a:gd name="connsiteX4" fmla="*/ 0 w 1827638"/>
              <a:gd name="connsiteY4" fmla="*/ 1376989 h 1376989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  <a:cxn ang="0">
                <a:pos x="connsiteX4" y="connsiteY4"/>
              </a:cxn>
            </a:cxnLst>
            <a:rect l="l" t="t" r="r" b="b"/>
            <a:pathLst>
              <a:path w="1827638" h="1376989">
                <a:moveTo>
                  <a:pt x="0" y="987379"/>
                </a:moveTo>
                <a:lnTo>
                  <a:pt x="987379" y="0"/>
                </a:lnTo>
                <a:lnTo>
                  <a:pt x="1827638" y="840260"/>
                </a:lnTo>
                <a:lnTo>
                  <a:pt x="1827638" y="1376989"/>
                </a:lnTo>
                <a:lnTo>
                  <a:pt x="0" y="1376989"/>
                </a:lnTo>
                <a:close/>
              </a:path>
            </a:pathLst>
          </a:cu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 dirty="0"/>
          </a:p>
        </p:txBody>
      </p:sp>
      <p:sp>
        <p:nvSpPr>
          <p:cNvPr id="7" name="Rectangle 6">
            <a:extLst>
              <a:ext uri="{FF2B5EF4-FFF2-40B4-BE49-F238E27FC236}">
                <a16:creationId xmlns:a16="http://schemas.microsoft.com/office/drawing/2014/main" id="{29FDB030-9B49-4CED-8CCD-4D99382388AC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668730" y="316609"/>
            <a:ext cx="484026" cy="484026"/>
          </a:xfrm>
          <a:prstGeom prst="rect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9" name="Rectangle 8">
            <a:extLst>
              <a:ext uri="{FF2B5EF4-FFF2-40B4-BE49-F238E27FC236}">
                <a16:creationId xmlns:a16="http://schemas.microsoft.com/office/drawing/2014/main" id="{3783CA14-24A1-485C-8B30-D6A5D87987A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8900000" flipH="1">
            <a:off x="7532611" y="491355"/>
            <a:ext cx="515604" cy="515604"/>
          </a:xfrm>
          <a:prstGeom prst="rect">
            <a:avLst/>
          </a:pr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sp>
        <p:nvSpPr>
          <p:cNvPr id="11" name="Freeform: Shape 10">
            <a:extLst>
              <a:ext uri="{FF2B5EF4-FFF2-40B4-BE49-F238E27FC236}">
                <a16:creationId xmlns:a16="http://schemas.microsoft.com/office/drawing/2014/main" id="{9A97C86A-04D6-40F7-AE84-31AB43E6A846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rot="10800000" flipH="1">
            <a:off x="7017482" y="0"/>
            <a:ext cx="2126518" cy="1110627"/>
          </a:xfrm>
          <a:custGeom>
            <a:avLst/>
            <a:gdLst>
              <a:gd name="connsiteX0" fmla="*/ 2835357 w 2835357"/>
              <a:gd name="connsiteY0" fmla="*/ 1480837 h 1480837"/>
              <a:gd name="connsiteX1" fmla="*/ 0 w 2835357"/>
              <a:gd name="connsiteY1" fmla="*/ 1480837 h 1480837"/>
              <a:gd name="connsiteX2" fmla="*/ 1552727 w 2835357"/>
              <a:gd name="connsiteY2" fmla="*/ 0 h 1480837"/>
              <a:gd name="connsiteX3" fmla="*/ 2835357 w 2835357"/>
              <a:gd name="connsiteY3" fmla="*/ 1223245 h 1480837"/>
            </a:gdLst>
            <a:ahLst/>
            <a:cxnLst>
              <a:cxn ang="0">
                <a:pos x="connsiteX0" y="connsiteY0"/>
              </a:cxn>
              <a:cxn ang="0">
                <a:pos x="connsiteX1" y="connsiteY1"/>
              </a:cxn>
              <a:cxn ang="0">
                <a:pos x="connsiteX2" y="connsiteY2"/>
              </a:cxn>
              <a:cxn ang="0">
                <a:pos x="connsiteX3" y="connsiteY3"/>
              </a:cxn>
            </a:cxnLst>
            <a:rect l="l" t="t" r="r" b="b"/>
            <a:pathLst>
              <a:path w="2835357" h="1480837">
                <a:moveTo>
                  <a:pt x="2835357" y="1480837"/>
                </a:moveTo>
                <a:lnTo>
                  <a:pt x="0" y="1480837"/>
                </a:lnTo>
                <a:lnTo>
                  <a:pt x="1552727" y="0"/>
                </a:lnTo>
                <a:lnTo>
                  <a:pt x="2835357" y="1223245"/>
                </a:lnTo>
                <a:close/>
              </a:path>
            </a:pathLst>
          </a:custGeom>
          <a:solidFill>
            <a:schemeClr val="accent4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wrap="square" rtlCol="0" anchor="ctr">
            <a:noAutofit/>
          </a:bodyPr>
          <a:lstStyle/>
          <a:p>
            <a:pPr algn="ctr"/>
            <a:endParaRPr lang="en-US" dirty="0"/>
          </a:p>
        </p:txBody>
      </p:sp>
      <p:sp>
        <p:nvSpPr>
          <p:cNvPr id="13" name="Isosceles Triangle 12">
            <a:extLst>
              <a:ext uri="{FF2B5EF4-FFF2-40B4-BE49-F238E27FC236}">
                <a16:creationId xmlns:a16="http://schemas.microsoft.com/office/drawing/2014/main" id="{FF9F2414-84E8-453E-B1F3-389FDE8192D9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982258" y="4586625"/>
            <a:ext cx="1120884" cy="556875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  <p:pic>
        <p:nvPicPr>
          <p:cNvPr id="3" name="Picture 2">
            <a:extLst>
              <a:ext uri="{FF2B5EF4-FFF2-40B4-BE49-F238E27FC236}">
                <a16:creationId xmlns:a16="http://schemas.microsoft.com/office/drawing/2014/main" id="{AF6E2C03-22A9-FBB2-0471-972EA83076CB}"/>
              </a:ext>
            </a:extLst>
          </p:cNvPr>
          <p:cNvPicPr>
            <a:picLocks noChangeAspect="1"/>
          </p:cNvPicPr>
          <p:nvPr/>
        </p:nvPicPr>
        <p:blipFill>
          <a:blip r:embed="rId2"/>
          <a:srcRect l="14868" t="32452" r="12750" b="41164"/>
          <a:stretch>
            <a:fillRect/>
          </a:stretch>
        </p:blipFill>
        <p:spPr>
          <a:xfrm flipH="1">
            <a:off x="3595814" y="37497"/>
            <a:ext cx="1952372" cy="711660"/>
          </a:xfrm>
          <a:prstGeom prst="rect">
            <a:avLst/>
          </a:prstGeom>
          <a:ln>
            <a:noFill/>
          </a:ln>
        </p:spPr>
      </p:pic>
      <p:sp>
        <p:nvSpPr>
          <p:cNvPr id="15" name="Isosceles Triangle 14">
            <a:extLst>
              <a:ext uri="{FF2B5EF4-FFF2-40B4-BE49-F238E27FC236}">
                <a16:creationId xmlns:a16="http://schemas.microsoft.com/office/drawing/2014/main" id="{3ECA69A1-7536-43AC-85EF-C7106179F5ED}"/>
              </a:ext>
              <a:ext uri="{C183D7F6-B498-43B3-948B-1728B52AA6E4}">
                <adec:decorative xmlns:adec="http://schemas.microsoft.com/office/drawing/2017/decorative" val="1"/>
              </a:ext>
            </a:extLst>
          </p:cNvPr>
          <p:cNvSpPr>
            <a:spLocks noGrp="1" noRot="1" noChangeAspect="1" noMove="1" noResize="1" noEditPoints="1" noAdjustHandles="1" noChangeArrowheads="1" noChangeShapeType="1" noTextEdit="1"/>
          </p:cNvSpPr>
          <p:nvPr>
            <p:extLst>
              <p:ext uri="{386F3935-93C4-4BCD-93E2-E3B085C9AB24}">
                <p16:designElem xmlns:p16="http://schemas.microsoft.com/office/powerpoint/2015/main" val="1"/>
              </p:ext>
            </p:extLst>
          </p:nvPr>
        </p:nvSpPr>
        <p:spPr>
          <a:xfrm flipH="1">
            <a:off x="5703060" y="4839857"/>
            <a:ext cx="611177" cy="303643"/>
          </a:xfrm>
          <a:prstGeom prst="triangle">
            <a:avLst/>
          </a:prstGeom>
          <a:solidFill>
            <a:schemeClr val="accent1">
              <a:alpha val="30000"/>
            </a:schemeClr>
          </a:solidFill>
          <a:ln>
            <a:noFill/>
          </a:ln>
        </p:spPr>
        <p:style>
          <a:lnRef idx="2">
            <a:schemeClr val="accent1">
              <a:shade val="50000"/>
            </a:schemeClr>
          </a:lnRef>
          <a:fillRef idx="1">
            <a:schemeClr val="accent1"/>
          </a:fillRef>
          <a:effectRef idx="0">
            <a:schemeClr val="accent1"/>
          </a:effectRef>
          <a:fontRef idx="minor">
            <a:schemeClr val="lt1"/>
          </a:fontRef>
        </p:style>
        <p:txBody>
          <a:bodyPr rtlCol="0" anchor="ctr"/>
          <a:lstStyle/>
          <a:p>
            <a:pPr algn="ctr"/>
            <a:endParaRPr lang="en-US"/>
          </a:p>
        </p:txBody>
      </p:sp>
    </p:spTree>
    <p:extLst>
      <p:ext uri="{BB962C8B-B14F-4D97-AF65-F5344CB8AC3E}">
        <p14:creationId xmlns:p14="http://schemas.microsoft.com/office/powerpoint/2010/main" val="4174500229"/>
      </p:ext>
    </p:extLst>
  </p:cSld>
  <p:clrMapOvr>
    <a:masterClrMapping/>
  </p:clrMapOvr>
</p:sld>
</file>

<file path=ppt/theme/theme1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44546A"/>
      </a:dk2>
      <a:lt2>
        <a:srgbClr val="E7E6E6"/>
      </a:lt2>
      <a:accent1>
        <a:srgbClr val="4472C4"/>
      </a:accent1>
      <a:accent2>
        <a:srgbClr val="ED7D31"/>
      </a:accent2>
      <a:accent3>
        <a:srgbClr val="A5A5A5"/>
      </a:accent3>
      <a:accent4>
        <a:srgbClr val="FFC000"/>
      </a:accent4>
      <a:accent5>
        <a:srgbClr val="5B9BD5"/>
      </a:accent5>
      <a:accent6>
        <a:srgbClr val="70AD47"/>
      </a:accent6>
      <a:hlink>
        <a:srgbClr val="0563C1"/>
      </a:hlink>
      <a:folHlink>
        <a:srgbClr val="954F72"/>
      </a:folHlink>
    </a:clrScheme>
    <a:fontScheme name="Office">
      <a:majorFont>
        <a:latin typeface="Calibri Light" panose="020F030202020403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Calibri" panose="020F050202020403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6350" cap="flat" cmpd="sng" algn="ctr">
          <a:solidFill>
            <a:schemeClr val="phClr"/>
          </a:solidFill>
          <a:prstDash val="solid"/>
          <a:miter lim="800000"/>
        </a:ln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/>
  <a:extraClrSchemeLst/>
  <a:extLst>
    <a:ext uri="{05A4C25C-085E-4340-85A3-A5531E510DB2}">
      <thm15:themeFamily xmlns:thm15="http://schemas.microsoft.com/office/thememl/2012/main" name="Office Theme" id="{62F939B6-93AF-4DB8-9C6B-D6C7DFDC589F}" vid="{4A3C46E8-61CC-4603-A589-7422A47A8E4A}"/>
    </a:ext>
  </a:extLst>
</a:theme>
</file>

<file path=ppt/theme/theme2.xml><?xml version="1.0" encoding="utf-8"?>
<a:theme xmlns:a="http://schemas.openxmlformats.org/drawingml/2006/main" name="Office Theme">
  <a:themeElements>
    <a:clrScheme name="Office">
      <a:dk1>
        <a:sysClr val="windowText" lastClr="000000"/>
      </a:dk1>
      <a:lt1>
        <a:sysClr val="window" lastClr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Aptos Display" panose="02110004020202020204"/>
        <a:ea typeface=""/>
        <a:cs typeface=""/>
        <a:font script="Jpan" typeface="游ゴシック Light"/>
        <a:font script="Hang" typeface="맑은 고딕"/>
        <a:font script="Hans" typeface="等线 Light"/>
        <a:font script="Hant" typeface="新細明體"/>
        <a:font script="Arab" typeface="Times New Roman"/>
        <a:font script="Hebr" typeface="Times New Roman"/>
        <a:font script="Thai" typeface="Angsana New"/>
        <a:font script="Ethi" typeface="Nyala"/>
        <a:font script="Beng" typeface="Vrinda"/>
        <a:font script="Gujr" typeface="Shruti"/>
        <a:font script="Khmr" typeface="MoolBoran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Times New Roman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ajorFont>
      <a:minorFont>
        <a:latin typeface="Aptos" panose="02110004020202020204"/>
        <a:ea typeface=""/>
        <a:cs typeface=""/>
        <a:font script="Jpan" typeface="游ゴシック"/>
        <a:font script="Hang" typeface="맑은 고딕"/>
        <a:font script="Hans" typeface="等线"/>
        <a:font script="Hant" typeface="新細明體"/>
        <a:font script="Arab" typeface="Arial"/>
        <a:font script="Hebr" typeface="Arial"/>
        <a:font script="Thai" typeface="Cordia New"/>
        <a:font script="Ethi" typeface="Nyala"/>
        <a:font script="Beng" typeface="Vrinda"/>
        <a:font script="Gujr" typeface="Shruti"/>
        <a:font script="Khmr" typeface="DaunPenh"/>
        <a:font script="Knda" typeface="Tunga"/>
        <a:font script="Guru" typeface="Raavi"/>
        <a:font script="Cans" typeface="Euphemia"/>
        <a:font script="Cher" typeface="Plantagenet Cherokee"/>
        <a:font script="Yiii" typeface="Microsoft Yi Baiti"/>
        <a:font script="Tibt" typeface="Microsoft Himalaya"/>
        <a:font script="Thaa" typeface="MV Boli"/>
        <a:font script="Deva" typeface="Mangal"/>
        <a:font script="Telu" typeface="Gautami"/>
        <a:font script="Taml" typeface="Latha"/>
        <a:font script="Syrc" typeface="Estrangelo Edessa"/>
        <a:font script="Orya" typeface="Kalinga"/>
        <a:font script="Mlym" typeface="Kartika"/>
        <a:font script="Laoo" typeface="DokChampa"/>
        <a:font script="Sinh" typeface="Iskoola Pota"/>
        <a:font script="Mong" typeface="Mongolian Baiti"/>
        <a:font script="Viet" typeface="Arial"/>
        <a:font script="Uigh" typeface="Microsoft Uighur"/>
        <a:font script="Geor" typeface="Sylfaen"/>
        <a:font script="Armn" typeface="Arial"/>
        <a:font script="Bugi" typeface="Leelawadee UI"/>
        <a:font script="Bopo" typeface="Microsoft JhengHei"/>
        <a:font script="Java" typeface="Javanese Text"/>
        <a:font script="Lisu" typeface="Segoe UI"/>
        <a:font script="Mymr" typeface="Myanmar Text"/>
        <a:font script="Nkoo" typeface="Ebrima"/>
        <a:font script="Olck" typeface="Nirmala UI"/>
        <a:font script="Osma" typeface="Ebrima"/>
        <a:font script="Phag" typeface="Phagspa"/>
        <a:font script="Syrn" typeface="Estrangelo Edessa"/>
        <a:font script="Syrj" typeface="Estrangelo Edessa"/>
        <a:font script="Syre" typeface="Estrangelo Edessa"/>
        <a:font script="Sora" typeface="Nirmala UI"/>
        <a:font script="Tale" typeface="Microsoft Tai Le"/>
        <a:font script="Talu" typeface="Microsoft New Tai Lue"/>
        <a:font script="Tfng" typeface="Ebrima"/>
      </a:minorFont>
    </a:fontScheme>
    <a:fmtScheme name="Office">
      <a:fillStyleLst>
        <a:solidFill>
          <a:schemeClr val="phClr"/>
        </a:solidFill>
        <a:gradFill rotWithShape="1">
          <a:gsLst>
            <a:gs pos="0">
              <a:schemeClr val="phClr">
                <a:lumMod val="110000"/>
                <a:satMod val="105000"/>
                <a:tint val="67000"/>
              </a:schemeClr>
            </a:gs>
            <a:gs pos="50000">
              <a:schemeClr val="phClr">
                <a:lumMod val="105000"/>
                <a:satMod val="103000"/>
                <a:tint val="73000"/>
              </a:schemeClr>
            </a:gs>
            <a:gs pos="100000">
              <a:schemeClr val="phClr">
                <a:lumMod val="105000"/>
                <a:satMod val="109000"/>
                <a:tint val="81000"/>
              </a:schemeClr>
            </a:gs>
          </a:gsLst>
          <a:lin ang="5400000" scaled="0"/>
        </a:gradFill>
        <a:gradFill rotWithShape="1">
          <a:gsLst>
            <a:gs pos="0">
              <a:schemeClr val="phClr">
                <a:satMod val="103000"/>
                <a:lumMod val="102000"/>
                <a:tint val="94000"/>
              </a:schemeClr>
            </a:gs>
            <a:gs pos="50000">
              <a:schemeClr val="phClr">
                <a:satMod val="110000"/>
                <a:lumMod val="100000"/>
                <a:shade val="100000"/>
              </a:schemeClr>
            </a:gs>
            <a:gs pos="100000">
              <a:schemeClr val="phClr">
                <a:lumMod val="99000"/>
                <a:satMod val="120000"/>
                <a:shade val="78000"/>
              </a:schemeClr>
            </a:gs>
          </a:gsLst>
          <a:lin ang="5400000" scaled="0"/>
        </a:gradFill>
      </a:fillStyleLst>
      <a:lnStyleLst>
        <a:ln w="12700" cap="flat" cmpd="sng" algn="ctr">
          <a:solidFill>
            <a:schemeClr val="phClr"/>
          </a:solidFill>
          <a:prstDash val="solid"/>
          <a:miter lim="800000"/>
        </a:ln>
        <a:ln w="19050" cap="flat" cmpd="sng" algn="ctr">
          <a:solidFill>
            <a:schemeClr val="phClr"/>
          </a:solidFill>
          <a:prstDash val="solid"/>
          <a:miter lim="800000"/>
        </a:ln>
        <a:ln w="25400" cap="flat" cmpd="sng" algn="ctr">
          <a:solidFill>
            <a:schemeClr val="phClr"/>
          </a:solidFill>
          <a:prstDash val="solid"/>
          <a:miter lim="800000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 algn="ctr" rotWithShape="0">
              <a:srgbClr val="000000">
                <a:alpha val="63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 rotWithShape="1">
          <a:gsLst>
            <a:gs pos="0">
              <a:schemeClr val="phClr">
                <a:tint val="93000"/>
                <a:satMod val="150000"/>
                <a:shade val="98000"/>
                <a:lumMod val="102000"/>
              </a:schemeClr>
            </a:gs>
            <a:gs pos="50000">
              <a:schemeClr val="phClr">
                <a:tint val="98000"/>
                <a:satMod val="130000"/>
                <a:shade val="90000"/>
                <a:lumMod val="103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  <a:objectDefaults>
    <a:lnDef>
      <a:spPr/>
      <a:bodyPr/>
      <a:lstStyle/>
      <a:style>
        <a:lnRef idx="2">
          <a:schemeClr val="accent1"/>
        </a:lnRef>
        <a:fillRef idx="0">
          <a:schemeClr val="accent1"/>
        </a:fillRef>
        <a:effectRef idx="1">
          <a:schemeClr val="accent1"/>
        </a:effectRef>
        <a:fontRef idx="minor">
          <a:schemeClr val="tx1"/>
        </a:fontRef>
      </a:style>
    </a:lnDef>
  </a:objectDefaults>
  <a:extraClrSchemeLst/>
  <a:extLst>
    <a:ext uri="{05A4C25C-085E-4340-85A3-A5531E510DB2}">
      <thm15:themeFamily xmlns:thm15="http://schemas.microsoft.com/office/thememl/2012/main" name="Office Theme" id="{2E142A2C-CD16-42D6-873A-C26D2A0506FA}" vid="{1BDDFF52-6CD6-40A5-AB3C-68EB2F1E4D0A}"/>
    </a:ext>
  </a:extLst>
</a:theme>
</file>

<file path=docProps/app.xml><?xml version="1.0" encoding="utf-8"?>
<Properties xmlns="http://schemas.openxmlformats.org/officeDocument/2006/extended-properties" xmlns:vt="http://schemas.openxmlformats.org/officeDocument/2006/docPropsVTypes">
  <TotalTime>502</TotalTime>
  <Words>428</Words>
  <Application>Microsoft Office PowerPoint</Application>
  <PresentationFormat>On-screen Show (16:9)</PresentationFormat>
  <Paragraphs>107</Paragraphs>
  <Slides>18</Slides>
  <Notes>16</Notes>
  <HiddenSlides>0</HiddenSlides>
  <MMClips>0</MMClips>
  <ScaleCrop>false</ScaleCrop>
  <HeadingPairs>
    <vt:vector size="6" baseType="variant">
      <vt:variant>
        <vt:lpstr>Fonts Used</vt:lpstr>
      </vt:variant>
      <vt:variant>
        <vt:i4>3</vt:i4>
      </vt:variant>
      <vt:variant>
        <vt:lpstr>Theme</vt:lpstr>
      </vt:variant>
      <vt:variant>
        <vt:i4>1</vt:i4>
      </vt:variant>
      <vt:variant>
        <vt:lpstr>Slide Titles</vt:lpstr>
      </vt:variant>
      <vt:variant>
        <vt:i4>18</vt:i4>
      </vt:variant>
    </vt:vector>
  </HeadingPairs>
  <TitlesOfParts>
    <vt:vector size="22" baseType="lpstr">
      <vt:lpstr>Aptos Display</vt:lpstr>
      <vt:lpstr>Arial</vt:lpstr>
      <vt:lpstr>Calibri</vt:lpstr>
      <vt:lpstr>Office Theme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  <vt:lpstr>PowerPoint Presentation</vt:lpstr>
    </vt:vector>
  </TitlesOfParts>
  <Company>Perplexity AI</Company>
  <LinksUpToDate>false</LinksUpToDate>
  <SharedDoc>false</SharedDoc>
  <HyperlinksChanged>false</HyperlinksChanged>
  <AppVersion>16.0000</AppVersion>
</Properties>
</file>

<file path=docProps/core.xml><?xml version="1.0" encoding="utf-8"?>
<cp:coreProperties xmlns:cp="http://schemas.openxmlformats.org/package/2006/metadata/core-properties" xmlns:dc="http://purl.org/dc/elements/1.1/" xmlns:dcterms="http://purl.org/dc/terms/" xmlns:dcmitype="http://purl.org/dc/dcmitype/" xmlns:xsi="http://www.w3.org/2001/XMLSchema-instance">
  <dc:title>Converted Presentation</dc:title>
  <dc:subject>PptxGenJS Presentation</dc:subject>
  <dc:creator>Perplexity</dc:creator>
  <cp:lastModifiedBy>Adriatico, Dundee B.</cp:lastModifiedBy>
  <cp:revision>1</cp:revision>
  <dcterms:created xsi:type="dcterms:W3CDTF">2026-02-13T18:50:16Z</dcterms:created>
  <dcterms:modified xsi:type="dcterms:W3CDTF">2026-02-17T03:38:23Z</dcterms:modified>
</cp:coreProperties>
</file>